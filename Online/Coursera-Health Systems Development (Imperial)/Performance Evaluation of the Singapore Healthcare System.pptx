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260"/>
    <p:restoredTop sz="91361" autoAdjust="0"/>
  </p:normalViewPr>
  <p:slideViewPr>
    <p:cSldViewPr>
      <p:cViewPr varScale="1">
        <p:scale>
          <a:sx n="131" d="100"/>
          <a:sy n="131" d="100"/>
        </p:scale>
        <p:origin x="184" y="56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67CD72D-C4A4-1546-B451-6E8E7B0D911C}" type="doc">
      <dgm:prSet loTypeId="urn:microsoft.com/office/officeart/2005/8/layout/default" loCatId="" qsTypeId="urn:microsoft.com/office/officeart/2005/8/quickstyle/simple1" qsCatId="simple" csTypeId="urn:microsoft.com/office/officeart/2005/8/colors/accent1_2" csCatId="accent1" phldr="1"/>
      <dgm:spPr/>
      <dgm:t>
        <a:bodyPr/>
        <a:lstStyle/>
        <a:p>
          <a:endParaRPr lang="en-GB"/>
        </a:p>
      </dgm:t>
    </dgm:pt>
    <dgm:pt modelId="{F22FFF90-05C2-B84C-84E5-84E961FBC286}">
      <dgm:prSet phldrT="[Text]"/>
      <dgm:spPr/>
      <dgm:t>
        <a:bodyPr/>
        <a:lstStyle/>
        <a:p>
          <a:r>
            <a:rPr lang="en-GB" dirty="0"/>
            <a:t>Clinics regulated by </a:t>
          </a:r>
          <a:r>
            <a:rPr lang="en-SG" b="0" i="0" dirty="0"/>
            <a:t>Private Hospitals and Medical Clinics Act.</a:t>
          </a:r>
          <a:endParaRPr lang="en-GB" dirty="0"/>
        </a:p>
      </dgm:t>
    </dgm:pt>
    <dgm:pt modelId="{976D0A31-94AF-9845-8135-19C08A198257}" type="parTrans" cxnId="{469340A1-7DDA-464D-84DF-0A16BDF9424D}">
      <dgm:prSet/>
      <dgm:spPr/>
      <dgm:t>
        <a:bodyPr/>
        <a:lstStyle/>
        <a:p>
          <a:endParaRPr lang="en-GB"/>
        </a:p>
      </dgm:t>
    </dgm:pt>
    <dgm:pt modelId="{6245EFAE-E09A-B740-B237-6EC46105C961}" type="sibTrans" cxnId="{469340A1-7DDA-464D-84DF-0A16BDF9424D}">
      <dgm:prSet/>
      <dgm:spPr/>
      <dgm:t>
        <a:bodyPr/>
        <a:lstStyle/>
        <a:p>
          <a:endParaRPr lang="en-GB"/>
        </a:p>
      </dgm:t>
    </dgm:pt>
    <dgm:pt modelId="{AF49D5E6-09A8-E145-8663-B6F3E8CEFE90}">
      <dgm:prSet phldrT="[Text]"/>
      <dgm:spPr/>
      <dgm:t>
        <a:bodyPr/>
        <a:lstStyle/>
        <a:p>
          <a:r>
            <a:rPr lang="en-GB" dirty="0"/>
            <a:t>Professionals regulated by </a:t>
          </a:r>
          <a:r>
            <a:rPr lang="en-SG" b="0" i="0" dirty="0"/>
            <a:t>respective professional boards</a:t>
          </a:r>
          <a:endParaRPr lang="en-GB" dirty="0"/>
        </a:p>
      </dgm:t>
    </dgm:pt>
    <dgm:pt modelId="{BEBD5E41-F720-C94D-81AE-5F6DE0DAD8FE}" type="parTrans" cxnId="{391785E2-12D7-C847-8129-C9EFA739C639}">
      <dgm:prSet/>
      <dgm:spPr/>
      <dgm:t>
        <a:bodyPr/>
        <a:lstStyle/>
        <a:p>
          <a:endParaRPr lang="en-GB"/>
        </a:p>
      </dgm:t>
    </dgm:pt>
    <dgm:pt modelId="{C208A1EE-56CF-004E-9944-44FB72385A7C}" type="sibTrans" cxnId="{391785E2-12D7-C847-8129-C9EFA739C639}">
      <dgm:prSet/>
      <dgm:spPr/>
      <dgm:t>
        <a:bodyPr/>
        <a:lstStyle/>
        <a:p>
          <a:endParaRPr lang="en-GB"/>
        </a:p>
      </dgm:t>
    </dgm:pt>
    <dgm:pt modelId="{E50960E0-196A-5C4A-B5D9-A09AB1085609}">
      <dgm:prSet phldrT="[Text]"/>
      <dgm:spPr/>
      <dgm:t>
        <a:bodyPr/>
        <a:lstStyle/>
        <a:p>
          <a:r>
            <a:rPr lang="en-GB" dirty="0"/>
            <a:t>Ministry of Health conduct patient survey for international benchmarking </a:t>
          </a:r>
        </a:p>
      </dgm:t>
    </dgm:pt>
    <dgm:pt modelId="{7E094D86-49F5-A84C-ABFE-066395EB72C3}" type="parTrans" cxnId="{7BFFC806-417D-594F-8818-8D520F21ED49}">
      <dgm:prSet/>
      <dgm:spPr/>
      <dgm:t>
        <a:bodyPr/>
        <a:lstStyle/>
        <a:p>
          <a:endParaRPr lang="en-GB"/>
        </a:p>
      </dgm:t>
    </dgm:pt>
    <dgm:pt modelId="{297DBDC6-3C29-F045-B9C6-A2D2C13B5204}" type="sibTrans" cxnId="{7BFFC806-417D-594F-8818-8D520F21ED49}">
      <dgm:prSet/>
      <dgm:spPr/>
      <dgm:t>
        <a:bodyPr/>
        <a:lstStyle/>
        <a:p>
          <a:endParaRPr lang="en-GB"/>
        </a:p>
      </dgm:t>
    </dgm:pt>
    <dgm:pt modelId="{D53C2F28-49ED-6A47-BC5A-54CFFFDFDBE1}">
      <dgm:prSet phldrT="[Text]"/>
      <dgm:spPr/>
      <dgm:t>
        <a:bodyPr/>
        <a:lstStyle/>
        <a:p>
          <a:r>
            <a:rPr lang="en-SG" b="0" i="0" dirty="0"/>
            <a:t>Chronic Disease Management Program to ensure best practices</a:t>
          </a:r>
          <a:endParaRPr lang="en-GB" dirty="0"/>
        </a:p>
      </dgm:t>
    </dgm:pt>
    <dgm:pt modelId="{EBC98360-5905-C540-A8E6-967923AECD68}" type="parTrans" cxnId="{4F6DAE27-65B4-C54F-A8D6-4B6E71C9B8D8}">
      <dgm:prSet/>
      <dgm:spPr/>
      <dgm:t>
        <a:bodyPr/>
        <a:lstStyle/>
        <a:p>
          <a:endParaRPr lang="en-GB"/>
        </a:p>
      </dgm:t>
    </dgm:pt>
    <dgm:pt modelId="{8C5F1817-6518-574B-B910-0BFC9D7D11FB}" type="sibTrans" cxnId="{4F6DAE27-65B4-C54F-A8D6-4B6E71C9B8D8}">
      <dgm:prSet/>
      <dgm:spPr/>
      <dgm:t>
        <a:bodyPr/>
        <a:lstStyle/>
        <a:p>
          <a:endParaRPr lang="en-GB"/>
        </a:p>
      </dgm:t>
    </dgm:pt>
    <dgm:pt modelId="{B8CADA3E-AB4A-774C-872D-883A28F83E17}" type="pres">
      <dgm:prSet presAssocID="{267CD72D-C4A4-1546-B451-6E8E7B0D911C}" presName="diagram" presStyleCnt="0">
        <dgm:presLayoutVars>
          <dgm:dir/>
          <dgm:resizeHandles val="exact"/>
        </dgm:presLayoutVars>
      </dgm:prSet>
      <dgm:spPr/>
    </dgm:pt>
    <dgm:pt modelId="{3A92B60C-54F4-3D48-A829-F49A497EF334}" type="pres">
      <dgm:prSet presAssocID="{F22FFF90-05C2-B84C-84E5-84E961FBC286}" presName="node" presStyleLbl="node1" presStyleIdx="0" presStyleCnt="4">
        <dgm:presLayoutVars>
          <dgm:bulletEnabled val="1"/>
        </dgm:presLayoutVars>
      </dgm:prSet>
      <dgm:spPr/>
    </dgm:pt>
    <dgm:pt modelId="{B9F6258D-641E-CB4F-A4C8-BCA6B958B261}" type="pres">
      <dgm:prSet presAssocID="{6245EFAE-E09A-B740-B237-6EC46105C961}" presName="sibTrans" presStyleCnt="0"/>
      <dgm:spPr/>
    </dgm:pt>
    <dgm:pt modelId="{0AAB01E2-DB3D-2343-8D87-B3367DF76322}" type="pres">
      <dgm:prSet presAssocID="{AF49D5E6-09A8-E145-8663-B6F3E8CEFE90}" presName="node" presStyleLbl="node1" presStyleIdx="1" presStyleCnt="4">
        <dgm:presLayoutVars>
          <dgm:bulletEnabled val="1"/>
        </dgm:presLayoutVars>
      </dgm:prSet>
      <dgm:spPr/>
    </dgm:pt>
    <dgm:pt modelId="{2B9D65E8-EB45-F147-A1D2-BFEEBA8F046D}" type="pres">
      <dgm:prSet presAssocID="{C208A1EE-56CF-004E-9944-44FB72385A7C}" presName="sibTrans" presStyleCnt="0"/>
      <dgm:spPr/>
    </dgm:pt>
    <dgm:pt modelId="{9D929D8E-B8FA-1145-85C6-4EF4AFB41A90}" type="pres">
      <dgm:prSet presAssocID="{E50960E0-196A-5C4A-B5D9-A09AB1085609}" presName="node" presStyleLbl="node1" presStyleIdx="2" presStyleCnt="4">
        <dgm:presLayoutVars>
          <dgm:bulletEnabled val="1"/>
        </dgm:presLayoutVars>
      </dgm:prSet>
      <dgm:spPr/>
    </dgm:pt>
    <dgm:pt modelId="{4864B497-48DC-2B4C-9E0D-97D0230F89D3}" type="pres">
      <dgm:prSet presAssocID="{297DBDC6-3C29-F045-B9C6-A2D2C13B5204}" presName="sibTrans" presStyleCnt="0"/>
      <dgm:spPr/>
    </dgm:pt>
    <dgm:pt modelId="{5E8D28AB-1DB3-E64E-9646-9682482804F3}" type="pres">
      <dgm:prSet presAssocID="{D53C2F28-49ED-6A47-BC5A-54CFFFDFDBE1}" presName="node" presStyleLbl="node1" presStyleIdx="3" presStyleCnt="4">
        <dgm:presLayoutVars>
          <dgm:bulletEnabled val="1"/>
        </dgm:presLayoutVars>
      </dgm:prSet>
      <dgm:spPr/>
    </dgm:pt>
  </dgm:ptLst>
  <dgm:cxnLst>
    <dgm:cxn modelId="{7BFFC806-417D-594F-8818-8D520F21ED49}" srcId="{267CD72D-C4A4-1546-B451-6E8E7B0D911C}" destId="{E50960E0-196A-5C4A-B5D9-A09AB1085609}" srcOrd="2" destOrd="0" parTransId="{7E094D86-49F5-A84C-ABFE-066395EB72C3}" sibTransId="{297DBDC6-3C29-F045-B9C6-A2D2C13B5204}"/>
    <dgm:cxn modelId="{4F6DAE27-65B4-C54F-A8D6-4B6E71C9B8D8}" srcId="{267CD72D-C4A4-1546-B451-6E8E7B0D911C}" destId="{D53C2F28-49ED-6A47-BC5A-54CFFFDFDBE1}" srcOrd="3" destOrd="0" parTransId="{EBC98360-5905-C540-A8E6-967923AECD68}" sibTransId="{8C5F1817-6518-574B-B910-0BFC9D7D11FB}"/>
    <dgm:cxn modelId="{CBA4EF52-9F22-8243-864D-9060381FA24B}" type="presOf" srcId="{267CD72D-C4A4-1546-B451-6E8E7B0D911C}" destId="{B8CADA3E-AB4A-774C-872D-883A28F83E17}" srcOrd="0" destOrd="0" presId="urn:microsoft.com/office/officeart/2005/8/layout/default"/>
    <dgm:cxn modelId="{469340A1-7DDA-464D-84DF-0A16BDF9424D}" srcId="{267CD72D-C4A4-1546-B451-6E8E7B0D911C}" destId="{F22FFF90-05C2-B84C-84E5-84E961FBC286}" srcOrd="0" destOrd="0" parTransId="{976D0A31-94AF-9845-8135-19C08A198257}" sibTransId="{6245EFAE-E09A-B740-B237-6EC46105C961}"/>
    <dgm:cxn modelId="{86BCFBC9-BCF0-4340-AB0E-430F8662ECE5}" type="presOf" srcId="{AF49D5E6-09A8-E145-8663-B6F3E8CEFE90}" destId="{0AAB01E2-DB3D-2343-8D87-B3367DF76322}" srcOrd="0" destOrd="0" presId="urn:microsoft.com/office/officeart/2005/8/layout/default"/>
    <dgm:cxn modelId="{100030DB-1112-3D40-94D3-45E78C645128}" type="presOf" srcId="{E50960E0-196A-5C4A-B5D9-A09AB1085609}" destId="{9D929D8E-B8FA-1145-85C6-4EF4AFB41A90}" srcOrd="0" destOrd="0" presId="urn:microsoft.com/office/officeart/2005/8/layout/default"/>
    <dgm:cxn modelId="{391785E2-12D7-C847-8129-C9EFA739C639}" srcId="{267CD72D-C4A4-1546-B451-6E8E7B0D911C}" destId="{AF49D5E6-09A8-E145-8663-B6F3E8CEFE90}" srcOrd="1" destOrd="0" parTransId="{BEBD5E41-F720-C94D-81AE-5F6DE0DAD8FE}" sibTransId="{C208A1EE-56CF-004E-9944-44FB72385A7C}"/>
    <dgm:cxn modelId="{D34BD5F3-7312-6441-AB04-031C849CDA9C}" type="presOf" srcId="{F22FFF90-05C2-B84C-84E5-84E961FBC286}" destId="{3A92B60C-54F4-3D48-A829-F49A497EF334}" srcOrd="0" destOrd="0" presId="urn:microsoft.com/office/officeart/2005/8/layout/default"/>
    <dgm:cxn modelId="{E3C2A7FE-04AF-6D43-B983-1EC19E65FA0D}" type="presOf" srcId="{D53C2F28-49ED-6A47-BC5A-54CFFFDFDBE1}" destId="{5E8D28AB-1DB3-E64E-9646-9682482804F3}" srcOrd="0" destOrd="0" presId="urn:microsoft.com/office/officeart/2005/8/layout/default"/>
    <dgm:cxn modelId="{66426578-84EB-6348-9D1B-0E9AA3C516FA}" type="presParOf" srcId="{B8CADA3E-AB4A-774C-872D-883A28F83E17}" destId="{3A92B60C-54F4-3D48-A829-F49A497EF334}" srcOrd="0" destOrd="0" presId="urn:microsoft.com/office/officeart/2005/8/layout/default"/>
    <dgm:cxn modelId="{4D92B210-8D8F-7B45-991B-0232BCE6BD53}" type="presParOf" srcId="{B8CADA3E-AB4A-774C-872D-883A28F83E17}" destId="{B9F6258D-641E-CB4F-A4C8-BCA6B958B261}" srcOrd="1" destOrd="0" presId="urn:microsoft.com/office/officeart/2005/8/layout/default"/>
    <dgm:cxn modelId="{58CBC1E5-155E-B74E-A82E-AE39AA624560}" type="presParOf" srcId="{B8CADA3E-AB4A-774C-872D-883A28F83E17}" destId="{0AAB01E2-DB3D-2343-8D87-B3367DF76322}" srcOrd="2" destOrd="0" presId="urn:microsoft.com/office/officeart/2005/8/layout/default"/>
    <dgm:cxn modelId="{F3B5D577-CF5D-3C46-90A2-193271996A32}" type="presParOf" srcId="{B8CADA3E-AB4A-774C-872D-883A28F83E17}" destId="{2B9D65E8-EB45-F147-A1D2-BFEEBA8F046D}" srcOrd="3" destOrd="0" presId="urn:microsoft.com/office/officeart/2005/8/layout/default"/>
    <dgm:cxn modelId="{BB599774-2650-0D49-94C2-5A5B7C597C6D}" type="presParOf" srcId="{B8CADA3E-AB4A-774C-872D-883A28F83E17}" destId="{9D929D8E-B8FA-1145-85C6-4EF4AFB41A90}" srcOrd="4" destOrd="0" presId="urn:microsoft.com/office/officeart/2005/8/layout/default"/>
    <dgm:cxn modelId="{B73D957D-EB96-264F-8942-611E1D8E75A0}" type="presParOf" srcId="{B8CADA3E-AB4A-774C-872D-883A28F83E17}" destId="{4864B497-48DC-2B4C-9E0D-97D0230F89D3}" srcOrd="5" destOrd="0" presId="urn:microsoft.com/office/officeart/2005/8/layout/default"/>
    <dgm:cxn modelId="{DD454062-8C81-4144-9DFE-B25F5D8137C2}" type="presParOf" srcId="{B8CADA3E-AB4A-774C-872D-883A28F83E17}" destId="{5E8D28AB-1DB3-E64E-9646-9682482804F3}" srcOrd="6"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67CD72D-C4A4-1546-B451-6E8E7B0D911C}" type="doc">
      <dgm:prSet loTypeId="urn:microsoft.com/office/officeart/2005/8/layout/default" loCatId="" qsTypeId="urn:microsoft.com/office/officeart/2005/8/quickstyle/simple1" qsCatId="simple" csTypeId="urn:microsoft.com/office/officeart/2005/8/colors/accent2_2" csCatId="accent2" phldr="1"/>
      <dgm:spPr/>
      <dgm:t>
        <a:bodyPr/>
        <a:lstStyle/>
        <a:p>
          <a:endParaRPr lang="en-GB"/>
        </a:p>
      </dgm:t>
    </dgm:pt>
    <dgm:pt modelId="{F22FFF90-05C2-B84C-84E5-84E961FBC286}">
      <dgm:prSet phldrT="[Text]"/>
      <dgm:spPr/>
      <dgm:t>
        <a:bodyPr/>
        <a:lstStyle/>
        <a:p>
          <a:r>
            <a:rPr lang="en-SG" b="0" i="0" dirty="0"/>
            <a:t>Beyond Healthcare 2020 strategy (2017)</a:t>
          </a:r>
          <a:endParaRPr lang="en-GB" dirty="0"/>
        </a:p>
      </dgm:t>
    </dgm:pt>
    <dgm:pt modelId="{976D0A31-94AF-9845-8135-19C08A198257}" type="parTrans" cxnId="{469340A1-7DDA-464D-84DF-0A16BDF9424D}">
      <dgm:prSet/>
      <dgm:spPr/>
      <dgm:t>
        <a:bodyPr/>
        <a:lstStyle/>
        <a:p>
          <a:endParaRPr lang="en-GB"/>
        </a:p>
      </dgm:t>
    </dgm:pt>
    <dgm:pt modelId="{6245EFAE-E09A-B740-B237-6EC46105C961}" type="sibTrans" cxnId="{469340A1-7DDA-464D-84DF-0A16BDF9424D}">
      <dgm:prSet/>
      <dgm:spPr/>
      <dgm:t>
        <a:bodyPr/>
        <a:lstStyle/>
        <a:p>
          <a:endParaRPr lang="en-GB"/>
        </a:p>
      </dgm:t>
    </dgm:pt>
    <dgm:pt modelId="{AF49D5E6-09A8-E145-8663-B6F3E8CEFE90}">
      <dgm:prSet phldrT="[Text]"/>
      <dgm:spPr/>
      <dgm:t>
        <a:bodyPr/>
        <a:lstStyle/>
        <a:p>
          <a:r>
            <a:rPr lang="en-SG" b="0" i="0" dirty="0"/>
            <a:t>regulatory “sandbox” for identifying and understanding new health care innovations (2018)</a:t>
          </a:r>
          <a:endParaRPr lang="en-GB" dirty="0"/>
        </a:p>
      </dgm:t>
    </dgm:pt>
    <dgm:pt modelId="{BEBD5E41-F720-C94D-81AE-5F6DE0DAD8FE}" type="parTrans" cxnId="{391785E2-12D7-C847-8129-C9EFA739C639}">
      <dgm:prSet/>
      <dgm:spPr/>
      <dgm:t>
        <a:bodyPr/>
        <a:lstStyle/>
        <a:p>
          <a:endParaRPr lang="en-GB"/>
        </a:p>
      </dgm:t>
    </dgm:pt>
    <dgm:pt modelId="{C208A1EE-56CF-004E-9944-44FB72385A7C}" type="sibTrans" cxnId="{391785E2-12D7-C847-8129-C9EFA739C639}">
      <dgm:prSet/>
      <dgm:spPr/>
      <dgm:t>
        <a:bodyPr/>
        <a:lstStyle/>
        <a:p>
          <a:endParaRPr lang="en-GB"/>
        </a:p>
      </dgm:t>
    </dgm:pt>
    <dgm:pt modelId="{E50960E0-196A-5C4A-B5D9-A09AB1085609}">
      <dgm:prSet phldrT="[Text]"/>
      <dgm:spPr/>
      <dgm:t>
        <a:bodyPr/>
        <a:lstStyle/>
        <a:p>
          <a:r>
            <a:rPr lang="en-SG" b="0" i="0" dirty="0" err="1"/>
            <a:t>CareShield</a:t>
          </a:r>
          <a:r>
            <a:rPr lang="en-SG" b="0" i="0" dirty="0"/>
            <a:t> Life and </a:t>
          </a:r>
          <a:r>
            <a:rPr lang="en-SG" b="0" i="0" dirty="0" err="1"/>
            <a:t>ElderFund</a:t>
          </a:r>
          <a:r>
            <a:rPr lang="en-SG" b="0" i="0" dirty="0"/>
            <a:t> to optimise long-term cost (2020)</a:t>
          </a:r>
          <a:endParaRPr lang="en-GB" dirty="0"/>
        </a:p>
      </dgm:t>
    </dgm:pt>
    <dgm:pt modelId="{7E094D86-49F5-A84C-ABFE-066395EB72C3}" type="parTrans" cxnId="{7BFFC806-417D-594F-8818-8D520F21ED49}">
      <dgm:prSet/>
      <dgm:spPr/>
      <dgm:t>
        <a:bodyPr/>
        <a:lstStyle/>
        <a:p>
          <a:endParaRPr lang="en-GB"/>
        </a:p>
      </dgm:t>
    </dgm:pt>
    <dgm:pt modelId="{297DBDC6-3C29-F045-B9C6-A2D2C13B5204}" type="sibTrans" cxnId="{7BFFC806-417D-594F-8818-8D520F21ED49}">
      <dgm:prSet/>
      <dgm:spPr/>
      <dgm:t>
        <a:bodyPr/>
        <a:lstStyle/>
        <a:p>
          <a:endParaRPr lang="en-GB"/>
        </a:p>
      </dgm:t>
    </dgm:pt>
    <dgm:pt modelId="{D53C2F28-49ED-6A47-BC5A-54CFFFDFDBE1}">
      <dgm:prSet phldrT="[Text]"/>
      <dgm:spPr/>
      <dgm:t>
        <a:bodyPr/>
        <a:lstStyle/>
        <a:p>
          <a:r>
            <a:rPr lang="en-SG" b="0" i="0" dirty="0"/>
            <a:t>Introducing a pay-for-performance framework for public health goals</a:t>
          </a:r>
          <a:endParaRPr lang="en-GB" dirty="0"/>
        </a:p>
      </dgm:t>
    </dgm:pt>
    <dgm:pt modelId="{EBC98360-5905-C540-A8E6-967923AECD68}" type="parTrans" cxnId="{4F6DAE27-65B4-C54F-A8D6-4B6E71C9B8D8}">
      <dgm:prSet/>
      <dgm:spPr/>
      <dgm:t>
        <a:bodyPr/>
        <a:lstStyle/>
        <a:p>
          <a:endParaRPr lang="en-GB"/>
        </a:p>
      </dgm:t>
    </dgm:pt>
    <dgm:pt modelId="{8C5F1817-6518-574B-B910-0BFC9D7D11FB}" type="sibTrans" cxnId="{4F6DAE27-65B4-C54F-A8D6-4B6E71C9B8D8}">
      <dgm:prSet/>
      <dgm:spPr/>
      <dgm:t>
        <a:bodyPr/>
        <a:lstStyle/>
        <a:p>
          <a:endParaRPr lang="en-GB"/>
        </a:p>
      </dgm:t>
    </dgm:pt>
    <dgm:pt modelId="{B8CADA3E-AB4A-774C-872D-883A28F83E17}" type="pres">
      <dgm:prSet presAssocID="{267CD72D-C4A4-1546-B451-6E8E7B0D911C}" presName="diagram" presStyleCnt="0">
        <dgm:presLayoutVars>
          <dgm:dir/>
          <dgm:resizeHandles val="exact"/>
        </dgm:presLayoutVars>
      </dgm:prSet>
      <dgm:spPr/>
    </dgm:pt>
    <dgm:pt modelId="{3A92B60C-54F4-3D48-A829-F49A497EF334}" type="pres">
      <dgm:prSet presAssocID="{F22FFF90-05C2-B84C-84E5-84E961FBC286}" presName="node" presStyleLbl="node1" presStyleIdx="0" presStyleCnt="4">
        <dgm:presLayoutVars>
          <dgm:bulletEnabled val="1"/>
        </dgm:presLayoutVars>
      </dgm:prSet>
      <dgm:spPr/>
    </dgm:pt>
    <dgm:pt modelId="{B9F6258D-641E-CB4F-A4C8-BCA6B958B261}" type="pres">
      <dgm:prSet presAssocID="{6245EFAE-E09A-B740-B237-6EC46105C961}" presName="sibTrans" presStyleCnt="0"/>
      <dgm:spPr/>
    </dgm:pt>
    <dgm:pt modelId="{0AAB01E2-DB3D-2343-8D87-B3367DF76322}" type="pres">
      <dgm:prSet presAssocID="{AF49D5E6-09A8-E145-8663-B6F3E8CEFE90}" presName="node" presStyleLbl="node1" presStyleIdx="1" presStyleCnt="4">
        <dgm:presLayoutVars>
          <dgm:bulletEnabled val="1"/>
        </dgm:presLayoutVars>
      </dgm:prSet>
      <dgm:spPr/>
    </dgm:pt>
    <dgm:pt modelId="{2B9D65E8-EB45-F147-A1D2-BFEEBA8F046D}" type="pres">
      <dgm:prSet presAssocID="{C208A1EE-56CF-004E-9944-44FB72385A7C}" presName="sibTrans" presStyleCnt="0"/>
      <dgm:spPr/>
    </dgm:pt>
    <dgm:pt modelId="{9D929D8E-B8FA-1145-85C6-4EF4AFB41A90}" type="pres">
      <dgm:prSet presAssocID="{E50960E0-196A-5C4A-B5D9-A09AB1085609}" presName="node" presStyleLbl="node1" presStyleIdx="2" presStyleCnt="4">
        <dgm:presLayoutVars>
          <dgm:bulletEnabled val="1"/>
        </dgm:presLayoutVars>
      </dgm:prSet>
      <dgm:spPr/>
    </dgm:pt>
    <dgm:pt modelId="{4864B497-48DC-2B4C-9E0D-97D0230F89D3}" type="pres">
      <dgm:prSet presAssocID="{297DBDC6-3C29-F045-B9C6-A2D2C13B5204}" presName="sibTrans" presStyleCnt="0"/>
      <dgm:spPr/>
    </dgm:pt>
    <dgm:pt modelId="{5E8D28AB-1DB3-E64E-9646-9682482804F3}" type="pres">
      <dgm:prSet presAssocID="{D53C2F28-49ED-6A47-BC5A-54CFFFDFDBE1}" presName="node" presStyleLbl="node1" presStyleIdx="3" presStyleCnt="4">
        <dgm:presLayoutVars>
          <dgm:bulletEnabled val="1"/>
        </dgm:presLayoutVars>
      </dgm:prSet>
      <dgm:spPr/>
    </dgm:pt>
  </dgm:ptLst>
  <dgm:cxnLst>
    <dgm:cxn modelId="{7BFFC806-417D-594F-8818-8D520F21ED49}" srcId="{267CD72D-C4A4-1546-B451-6E8E7B0D911C}" destId="{E50960E0-196A-5C4A-B5D9-A09AB1085609}" srcOrd="2" destOrd="0" parTransId="{7E094D86-49F5-A84C-ABFE-066395EB72C3}" sibTransId="{297DBDC6-3C29-F045-B9C6-A2D2C13B5204}"/>
    <dgm:cxn modelId="{4F6DAE27-65B4-C54F-A8D6-4B6E71C9B8D8}" srcId="{267CD72D-C4A4-1546-B451-6E8E7B0D911C}" destId="{D53C2F28-49ED-6A47-BC5A-54CFFFDFDBE1}" srcOrd="3" destOrd="0" parTransId="{EBC98360-5905-C540-A8E6-967923AECD68}" sibTransId="{8C5F1817-6518-574B-B910-0BFC9D7D11FB}"/>
    <dgm:cxn modelId="{CBA4EF52-9F22-8243-864D-9060381FA24B}" type="presOf" srcId="{267CD72D-C4A4-1546-B451-6E8E7B0D911C}" destId="{B8CADA3E-AB4A-774C-872D-883A28F83E17}" srcOrd="0" destOrd="0" presId="urn:microsoft.com/office/officeart/2005/8/layout/default"/>
    <dgm:cxn modelId="{469340A1-7DDA-464D-84DF-0A16BDF9424D}" srcId="{267CD72D-C4A4-1546-B451-6E8E7B0D911C}" destId="{F22FFF90-05C2-B84C-84E5-84E961FBC286}" srcOrd="0" destOrd="0" parTransId="{976D0A31-94AF-9845-8135-19C08A198257}" sibTransId="{6245EFAE-E09A-B740-B237-6EC46105C961}"/>
    <dgm:cxn modelId="{86BCFBC9-BCF0-4340-AB0E-430F8662ECE5}" type="presOf" srcId="{AF49D5E6-09A8-E145-8663-B6F3E8CEFE90}" destId="{0AAB01E2-DB3D-2343-8D87-B3367DF76322}" srcOrd="0" destOrd="0" presId="urn:microsoft.com/office/officeart/2005/8/layout/default"/>
    <dgm:cxn modelId="{100030DB-1112-3D40-94D3-45E78C645128}" type="presOf" srcId="{E50960E0-196A-5C4A-B5D9-A09AB1085609}" destId="{9D929D8E-B8FA-1145-85C6-4EF4AFB41A90}" srcOrd="0" destOrd="0" presId="urn:microsoft.com/office/officeart/2005/8/layout/default"/>
    <dgm:cxn modelId="{391785E2-12D7-C847-8129-C9EFA739C639}" srcId="{267CD72D-C4A4-1546-B451-6E8E7B0D911C}" destId="{AF49D5E6-09A8-E145-8663-B6F3E8CEFE90}" srcOrd="1" destOrd="0" parTransId="{BEBD5E41-F720-C94D-81AE-5F6DE0DAD8FE}" sibTransId="{C208A1EE-56CF-004E-9944-44FB72385A7C}"/>
    <dgm:cxn modelId="{D34BD5F3-7312-6441-AB04-031C849CDA9C}" type="presOf" srcId="{F22FFF90-05C2-B84C-84E5-84E961FBC286}" destId="{3A92B60C-54F4-3D48-A829-F49A497EF334}" srcOrd="0" destOrd="0" presId="urn:microsoft.com/office/officeart/2005/8/layout/default"/>
    <dgm:cxn modelId="{E3C2A7FE-04AF-6D43-B983-1EC19E65FA0D}" type="presOf" srcId="{D53C2F28-49ED-6A47-BC5A-54CFFFDFDBE1}" destId="{5E8D28AB-1DB3-E64E-9646-9682482804F3}" srcOrd="0" destOrd="0" presId="urn:microsoft.com/office/officeart/2005/8/layout/default"/>
    <dgm:cxn modelId="{66426578-84EB-6348-9D1B-0E9AA3C516FA}" type="presParOf" srcId="{B8CADA3E-AB4A-774C-872D-883A28F83E17}" destId="{3A92B60C-54F4-3D48-A829-F49A497EF334}" srcOrd="0" destOrd="0" presId="urn:microsoft.com/office/officeart/2005/8/layout/default"/>
    <dgm:cxn modelId="{4D92B210-8D8F-7B45-991B-0232BCE6BD53}" type="presParOf" srcId="{B8CADA3E-AB4A-774C-872D-883A28F83E17}" destId="{B9F6258D-641E-CB4F-A4C8-BCA6B958B261}" srcOrd="1" destOrd="0" presId="urn:microsoft.com/office/officeart/2005/8/layout/default"/>
    <dgm:cxn modelId="{58CBC1E5-155E-B74E-A82E-AE39AA624560}" type="presParOf" srcId="{B8CADA3E-AB4A-774C-872D-883A28F83E17}" destId="{0AAB01E2-DB3D-2343-8D87-B3367DF76322}" srcOrd="2" destOrd="0" presId="urn:microsoft.com/office/officeart/2005/8/layout/default"/>
    <dgm:cxn modelId="{F3B5D577-CF5D-3C46-90A2-193271996A32}" type="presParOf" srcId="{B8CADA3E-AB4A-774C-872D-883A28F83E17}" destId="{2B9D65E8-EB45-F147-A1D2-BFEEBA8F046D}" srcOrd="3" destOrd="0" presId="urn:microsoft.com/office/officeart/2005/8/layout/default"/>
    <dgm:cxn modelId="{BB599774-2650-0D49-94C2-5A5B7C597C6D}" type="presParOf" srcId="{B8CADA3E-AB4A-774C-872D-883A28F83E17}" destId="{9D929D8E-B8FA-1145-85C6-4EF4AFB41A90}" srcOrd="4" destOrd="0" presId="urn:microsoft.com/office/officeart/2005/8/layout/default"/>
    <dgm:cxn modelId="{B73D957D-EB96-264F-8942-611E1D8E75A0}" type="presParOf" srcId="{B8CADA3E-AB4A-774C-872D-883A28F83E17}" destId="{4864B497-48DC-2B4C-9E0D-97D0230F89D3}" srcOrd="5" destOrd="0" presId="urn:microsoft.com/office/officeart/2005/8/layout/default"/>
    <dgm:cxn modelId="{DD454062-8C81-4144-9DFE-B25F5D8137C2}" type="presParOf" srcId="{B8CADA3E-AB4A-774C-872D-883A28F83E17}" destId="{5E8D28AB-1DB3-E64E-9646-9682482804F3}" srcOrd="6" destOrd="0" presId="urn:microsoft.com/office/officeart/2005/8/layout/default"/>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EFAF801-E97A-8B4F-A37B-2DED0FFF8DB9}" type="doc">
      <dgm:prSet loTypeId="urn:microsoft.com/office/officeart/2005/8/layout/orgChart1" loCatId="" qsTypeId="urn:microsoft.com/office/officeart/2005/8/quickstyle/simple1" qsCatId="simple" csTypeId="urn:microsoft.com/office/officeart/2005/8/colors/colorful2" csCatId="colorful" phldr="1"/>
      <dgm:spPr/>
      <dgm:t>
        <a:bodyPr/>
        <a:lstStyle/>
        <a:p>
          <a:endParaRPr lang="en-GB"/>
        </a:p>
      </dgm:t>
    </dgm:pt>
    <dgm:pt modelId="{6E70257A-32DB-BB44-B637-AD971A8EE8E9}">
      <dgm:prSet phldrT="[Text]"/>
      <dgm:spPr/>
      <dgm:t>
        <a:bodyPr/>
        <a:lstStyle/>
        <a:p>
          <a:r>
            <a:rPr lang="en-GB" dirty="0"/>
            <a:t>Funding</a:t>
          </a:r>
        </a:p>
      </dgm:t>
    </dgm:pt>
    <dgm:pt modelId="{A370720A-610C-D941-82BE-243AB4BFE62A}" type="parTrans" cxnId="{508B0E8F-0B6F-D343-9F8C-6DC55B208380}">
      <dgm:prSet/>
      <dgm:spPr/>
      <dgm:t>
        <a:bodyPr/>
        <a:lstStyle/>
        <a:p>
          <a:endParaRPr lang="en-GB"/>
        </a:p>
      </dgm:t>
    </dgm:pt>
    <dgm:pt modelId="{95472ED0-2818-244F-8CC8-08E419BD4C80}" type="sibTrans" cxnId="{508B0E8F-0B6F-D343-9F8C-6DC55B208380}">
      <dgm:prSet/>
      <dgm:spPr/>
      <dgm:t>
        <a:bodyPr/>
        <a:lstStyle/>
        <a:p>
          <a:endParaRPr lang="en-GB"/>
        </a:p>
      </dgm:t>
    </dgm:pt>
    <dgm:pt modelId="{000B6CDD-EB78-5C45-9BFC-505C1B9C86A6}" type="asst">
      <dgm:prSet phldrT="[Text]"/>
      <dgm:spPr/>
      <dgm:t>
        <a:bodyPr/>
        <a:lstStyle/>
        <a:p>
          <a:r>
            <a:rPr lang="en-GB" dirty="0"/>
            <a:t>Tax</a:t>
          </a:r>
        </a:p>
      </dgm:t>
    </dgm:pt>
    <dgm:pt modelId="{D1DEA817-62EB-574C-BA0D-F51E8BB82D5E}" type="parTrans" cxnId="{4BAB9226-D830-8B49-89CC-F81B2F549315}">
      <dgm:prSet/>
      <dgm:spPr/>
      <dgm:t>
        <a:bodyPr/>
        <a:lstStyle/>
        <a:p>
          <a:endParaRPr lang="en-GB"/>
        </a:p>
      </dgm:t>
    </dgm:pt>
    <dgm:pt modelId="{1FABC506-87DD-BD4B-982C-604C0324747D}" type="sibTrans" cxnId="{4BAB9226-D830-8B49-89CC-F81B2F549315}">
      <dgm:prSet/>
      <dgm:spPr/>
      <dgm:t>
        <a:bodyPr/>
        <a:lstStyle/>
        <a:p>
          <a:endParaRPr lang="en-GB"/>
        </a:p>
      </dgm:t>
    </dgm:pt>
    <dgm:pt modelId="{2EB7D4FE-80E6-B949-ABAE-D5DD4386AC7F}">
      <dgm:prSet phldrT="[Text]"/>
      <dgm:spPr/>
      <dgm:t>
        <a:bodyPr/>
        <a:lstStyle/>
        <a:p>
          <a:r>
            <a:rPr lang="en-GB" dirty="0"/>
            <a:t>MediShield for low-income </a:t>
          </a:r>
        </a:p>
      </dgm:t>
    </dgm:pt>
    <dgm:pt modelId="{01C6740D-BB3B-1644-9272-F0B99F5160E3}" type="parTrans" cxnId="{026DA6DF-6679-964D-AF18-4A80AC3EAEBE}">
      <dgm:prSet/>
      <dgm:spPr/>
      <dgm:t>
        <a:bodyPr/>
        <a:lstStyle/>
        <a:p>
          <a:endParaRPr lang="en-GB"/>
        </a:p>
      </dgm:t>
    </dgm:pt>
    <dgm:pt modelId="{4C7D0A29-5169-6B4F-B3B6-69547EE13B34}" type="sibTrans" cxnId="{026DA6DF-6679-964D-AF18-4A80AC3EAEBE}">
      <dgm:prSet/>
      <dgm:spPr/>
      <dgm:t>
        <a:bodyPr/>
        <a:lstStyle/>
        <a:p>
          <a:endParaRPr lang="en-GB"/>
        </a:p>
      </dgm:t>
    </dgm:pt>
    <dgm:pt modelId="{23EDCDB9-403A-9C4C-BC13-5EC54EA6D39C}">
      <dgm:prSet phldrT="[Text]"/>
      <dgm:spPr/>
      <dgm:t>
        <a:bodyPr/>
        <a:lstStyle/>
        <a:p>
          <a:r>
            <a:rPr lang="en-GB" dirty="0"/>
            <a:t>MediSave for everyone</a:t>
          </a:r>
        </a:p>
      </dgm:t>
    </dgm:pt>
    <dgm:pt modelId="{48B03F65-B60C-764A-92B0-48DFA438C2DB}" type="parTrans" cxnId="{587A9992-1AFD-6F4F-869D-E3FB605405BF}">
      <dgm:prSet/>
      <dgm:spPr/>
      <dgm:t>
        <a:bodyPr/>
        <a:lstStyle/>
        <a:p>
          <a:endParaRPr lang="en-GB"/>
        </a:p>
      </dgm:t>
    </dgm:pt>
    <dgm:pt modelId="{147C3352-3160-7743-A030-7BCABF700311}" type="sibTrans" cxnId="{587A9992-1AFD-6F4F-869D-E3FB605405BF}">
      <dgm:prSet/>
      <dgm:spPr/>
      <dgm:t>
        <a:bodyPr/>
        <a:lstStyle/>
        <a:p>
          <a:endParaRPr lang="en-GB"/>
        </a:p>
      </dgm:t>
    </dgm:pt>
    <dgm:pt modelId="{353622B2-B93A-A541-B840-66B18D3E0C87}">
      <dgm:prSet phldrT="[Text]"/>
      <dgm:spPr/>
      <dgm:t>
        <a:bodyPr/>
        <a:lstStyle/>
        <a:p>
          <a:r>
            <a:rPr lang="en-GB" dirty="0"/>
            <a:t>Private insurance</a:t>
          </a:r>
        </a:p>
      </dgm:t>
    </dgm:pt>
    <dgm:pt modelId="{0360AA5B-3836-B84D-9D11-79ECCD31DF9D}" type="parTrans" cxnId="{963215D1-470F-BF49-B4BF-4A762533BB5B}">
      <dgm:prSet/>
      <dgm:spPr/>
      <dgm:t>
        <a:bodyPr/>
        <a:lstStyle/>
        <a:p>
          <a:endParaRPr lang="en-GB"/>
        </a:p>
      </dgm:t>
    </dgm:pt>
    <dgm:pt modelId="{3FF680DC-0A61-FB44-B829-B4CD44BB4ECD}" type="sibTrans" cxnId="{963215D1-470F-BF49-B4BF-4A762533BB5B}">
      <dgm:prSet/>
      <dgm:spPr/>
      <dgm:t>
        <a:bodyPr/>
        <a:lstStyle/>
        <a:p>
          <a:endParaRPr lang="en-GB"/>
        </a:p>
      </dgm:t>
    </dgm:pt>
    <dgm:pt modelId="{F08ED43C-5C89-1348-9414-134C57A85982}" type="pres">
      <dgm:prSet presAssocID="{BEFAF801-E97A-8B4F-A37B-2DED0FFF8DB9}" presName="hierChild1" presStyleCnt="0">
        <dgm:presLayoutVars>
          <dgm:orgChart val="1"/>
          <dgm:chPref val="1"/>
          <dgm:dir/>
          <dgm:animOne val="branch"/>
          <dgm:animLvl val="lvl"/>
          <dgm:resizeHandles/>
        </dgm:presLayoutVars>
      </dgm:prSet>
      <dgm:spPr/>
    </dgm:pt>
    <dgm:pt modelId="{215413DE-742E-9E4C-965A-C03CC16B0449}" type="pres">
      <dgm:prSet presAssocID="{6E70257A-32DB-BB44-B637-AD971A8EE8E9}" presName="hierRoot1" presStyleCnt="0">
        <dgm:presLayoutVars>
          <dgm:hierBranch val="init"/>
        </dgm:presLayoutVars>
      </dgm:prSet>
      <dgm:spPr/>
    </dgm:pt>
    <dgm:pt modelId="{CC99DAF6-3845-944B-8B5D-F69339C6D27C}" type="pres">
      <dgm:prSet presAssocID="{6E70257A-32DB-BB44-B637-AD971A8EE8E9}" presName="rootComposite1" presStyleCnt="0"/>
      <dgm:spPr/>
    </dgm:pt>
    <dgm:pt modelId="{9A955CB6-7D03-7B42-B1D9-90D5047403CA}" type="pres">
      <dgm:prSet presAssocID="{6E70257A-32DB-BB44-B637-AD971A8EE8E9}" presName="rootText1" presStyleLbl="node0" presStyleIdx="0" presStyleCnt="1">
        <dgm:presLayoutVars>
          <dgm:chPref val="3"/>
        </dgm:presLayoutVars>
      </dgm:prSet>
      <dgm:spPr/>
    </dgm:pt>
    <dgm:pt modelId="{9C80F1C8-23A3-F240-BF6A-02F8A390E75B}" type="pres">
      <dgm:prSet presAssocID="{6E70257A-32DB-BB44-B637-AD971A8EE8E9}" presName="rootConnector1" presStyleLbl="node1" presStyleIdx="0" presStyleCnt="0"/>
      <dgm:spPr/>
    </dgm:pt>
    <dgm:pt modelId="{365361D0-8A6A-784F-B337-0AAAB1089161}" type="pres">
      <dgm:prSet presAssocID="{6E70257A-32DB-BB44-B637-AD971A8EE8E9}" presName="hierChild2" presStyleCnt="0"/>
      <dgm:spPr/>
    </dgm:pt>
    <dgm:pt modelId="{E50FADC4-9777-8D43-8B13-E6256FC3A125}" type="pres">
      <dgm:prSet presAssocID="{01C6740D-BB3B-1644-9272-F0B99F5160E3}" presName="Name37" presStyleLbl="parChTrans1D2" presStyleIdx="0" presStyleCnt="4"/>
      <dgm:spPr/>
    </dgm:pt>
    <dgm:pt modelId="{B25773BC-01AF-824A-A1C4-04D315F53DB5}" type="pres">
      <dgm:prSet presAssocID="{2EB7D4FE-80E6-B949-ABAE-D5DD4386AC7F}" presName="hierRoot2" presStyleCnt="0">
        <dgm:presLayoutVars>
          <dgm:hierBranch val="init"/>
        </dgm:presLayoutVars>
      </dgm:prSet>
      <dgm:spPr/>
    </dgm:pt>
    <dgm:pt modelId="{EC9FE56E-F7C4-8149-8A88-9ACD860F4D8B}" type="pres">
      <dgm:prSet presAssocID="{2EB7D4FE-80E6-B949-ABAE-D5DD4386AC7F}" presName="rootComposite" presStyleCnt="0"/>
      <dgm:spPr/>
    </dgm:pt>
    <dgm:pt modelId="{CF08DDEF-EA8C-BC42-A3D4-E151869380CC}" type="pres">
      <dgm:prSet presAssocID="{2EB7D4FE-80E6-B949-ABAE-D5DD4386AC7F}" presName="rootText" presStyleLbl="node2" presStyleIdx="0" presStyleCnt="3">
        <dgm:presLayoutVars>
          <dgm:chPref val="3"/>
        </dgm:presLayoutVars>
      </dgm:prSet>
      <dgm:spPr/>
    </dgm:pt>
    <dgm:pt modelId="{89D8AA6F-CFD5-EC48-A0E3-438724CCFB60}" type="pres">
      <dgm:prSet presAssocID="{2EB7D4FE-80E6-B949-ABAE-D5DD4386AC7F}" presName="rootConnector" presStyleLbl="node2" presStyleIdx="0" presStyleCnt="3"/>
      <dgm:spPr/>
    </dgm:pt>
    <dgm:pt modelId="{F7B4B7D4-357A-CC48-8403-D1F5DAA3369F}" type="pres">
      <dgm:prSet presAssocID="{2EB7D4FE-80E6-B949-ABAE-D5DD4386AC7F}" presName="hierChild4" presStyleCnt="0"/>
      <dgm:spPr/>
    </dgm:pt>
    <dgm:pt modelId="{A2430A36-FD5D-374F-ACA2-DFBC8C6B835F}" type="pres">
      <dgm:prSet presAssocID="{2EB7D4FE-80E6-B949-ABAE-D5DD4386AC7F}" presName="hierChild5" presStyleCnt="0"/>
      <dgm:spPr/>
    </dgm:pt>
    <dgm:pt modelId="{BFCC110A-71C1-324C-A451-26EA320C4937}" type="pres">
      <dgm:prSet presAssocID="{48B03F65-B60C-764A-92B0-48DFA438C2DB}" presName="Name37" presStyleLbl="parChTrans1D2" presStyleIdx="1" presStyleCnt="4"/>
      <dgm:spPr/>
    </dgm:pt>
    <dgm:pt modelId="{D5E10557-0EFC-C945-9165-E54A76B66B52}" type="pres">
      <dgm:prSet presAssocID="{23EDCDB9-403A-9C4C-BC13-5EC54EA6D39C}" presName="hierRoot2" presStyleCnt="0">
        <dgm:presLayoutVars>
          <dgm:hierBranch val="init"/>
        </dgm:presLayoutVars>
      </dgm:prSet>
      <dgm:spPr/>
    </dgm:pt>
    <dgm:pt modelId="{DBD5E9E0-2447-1D4D-89E8-1E2F257395A2}" type="pres">
      <dgm:prSet presAssocID="{23EDCDB9-403A-9C4C-BC13-5EC54EA6D39C}" presName="rootComposite" presStyleCnt="0"/>
      <dgm:spPr/>
    </dgm:pt>
    <dgm:pt modelId="{ECD46B72-6CE6-2843-939E-794336333CEE}" type="pres">
      <dgm:prSet presAssocID="{23EDCDB9-403A-9C4C-BC13-5EC54EA6D39C}" presName="rootText" presStyleLbl="node2" presStyleIdx="1" presStyleCnt="3">
        <dgm:presLayoutVars>
          <dgm:chPref val="3"/>
        </dgm:presLayoutVars>
      </dgm:prSet>
      <dgm:spPr/>
    </dgm:pt>
    <dgm:pt modelId="{03E9E213-B69F-F24D-88AA-FFE672FEAD21}" type="pres">
      <dgm:prSet presAssocID="{23EDCDB9-403A-9C4C-BC13-5EC54EA6D39C}" presName="rootConnector" presStyleLbl="node2" presStyleIdx="1" presStyleCnt="3"/>
      <dgm:spPr/>
    </dgm:pt>
    <dgm:pt modelId="{B1C6560A-DC19-6E48-83B4-E1DE68450D28}" type="pres">
      <dgm:prSet presAssocID="{23EDCDB9-403A-9C4C-BC13-5EC54EA6D39C}" presName="hierChild4" presStyleCnt="0"/>
      <dgm:spPr/>
    </dgm:pt>
    <dgm:pt modelId="{2ADB470F-FD02-784E-B819-690F2672D939}" type="pres">
      <dgm:prSet presAssocID="{23EDCDB9-403A-9C4C-BC13-5EC54EA6D39C}" presName="hierChild5" presStyleCnt="0"/>
      <dgm:spPr/>
    </dgm:pt>
    <dgm:pt modelId="{56896794-8FB2-2546-8100-44BCDF4E3A5A}" type="pres">
      <dgm:prSet presAssocID="{0360AA5B-3836-B84D-9D11-79ECCD31DF9D}" presName="Name37" presStyleLbl="parChTrans1D2" presStyleIdx="2" presStyleCnt="4"/>
      <dgm:spPr/>
    </dgm:pt>
    <dgm:pt modelId="{3B006340-742E-4048-ACAE-69A9069813D6}" type="pres">
      <dgm:prSet presAssocID="{353622B2-B93A-A541-B840-66B18D3E0C87}" presName="hierRoot2" presStyleCnt="0">
        <dgm:presLayoutVars>
          <dgm:hierBranch val="init"/>
        </dgm:presLayoutVars>
      </dgm:prSet>
      <dgm:spPr/>
    </dgm:pt>
    <dgm:pt modelId="{3F73956D-C77A-C84D-B63D-085466A04E73}" type="pres">
      <dgm:prSet presAssocID="{353622B2-B93A-A541-B840-66B18D3E0C87}" presName="rootComposite" presStyleCnt="0"/>
      <dgm:spPr/>
    </dgm:pt>
    <dgm:pt modelId="{632D7E5D-AE53-CE4A-91BE-94A73C66181B}" type="pres">
      <dgm:prSet presAssocID="{353622B2-B93A-A541-B840-66B18D3E0C87}" presName="rootText" presStyleLbl="node2" presStyleIdx="2" presStyleCnt="3">
        <dgm:presLayoutVars>
          <dgm:chPref val="3"/>
        </dgm:presLayoutVars>
      </dgm:prSet>
      <dgm:spPr/>
    </dgm:pt>
    <dgm:pt modelId="{0A66DD5C-CD56-EA40-8CF5-17C212A9181A}" type="pres">
      <dgm:prSet presAssocID="{353622B2-B93A-A541-B840-66B18D3E0C87}" presName="rootConnector" presStyleLbl="node2" presStyleIdx="2" presStyleCnt="3"/>
      <dgm:spPr/>
    </dgm:pt>
    <dgm:pt modelId="{A1624E35-77E8-384F-969C-6595043DBE92}" type="pres">
      <dgm:prSet presAssocID="{353622B2-B93A-A541-B840-66B18D3E0C87}" presName="hierChild4" presStyleCnt="0"/>
      <dgm:spPr/>
    </dgm:pt>
    <dgm:pt modelId="{6B0539AE-E12D-EB45-BC30-60B9B272C2FE}" type="pres">
      <dgm:prSet presAssocID="{353622B2-B93A-A541-B840-66B18D3E0C87}" presName="hierChild5" presStyleCnt="0"/>
      <dgm:spPr/>
    </dgm:pt>
    <dgm:pt modelId="{65C70412-3BA6-3440-9A57-8CF045A30903}" type="pres">
      <dgm:prSet presAssocID="{6E70257A-32DB-BB44-B637-AD971A8EE8E9}" presName="hierChild3" presStyleCnt="0"/>
      <dgm:spPr/>
    </dgm:pt>
    <dgm:pt modelId="{79875A8A-0BE6-234C-BC6C-A6CA95B03E16}" type="pres">
      <dgm:prSet presAssocID="{D1DEA817-62EB-574C-BA0D-F51E8BB82D5E}" presName="Name111" presStyleLbl="parChTrans1D2" presStyleIdx="3" presStyleCnt="4"/>
      <dgm:spPr/>
    </dgm:pt>
    <dgm:pt modelId="{242985D8-9362-804A-A798-B6E47FEEE599}" type="pres">
      <dgm:prSet presAssocID="{000B6CDD-EB78-5C45-9BFC-505C1B9C86A6}" presName="hierRoot3" presStyleCnt="0">
        <dgm:presLayoutVars>
          <dgm:hierBranch val="init"/>
        </dgm:presLayoutVars>
      </dgm:prSet>
      <dgm:spPr/>
    </dgm:pt>
    <dgm:pt modelId="{000975EF-AA61-1F46-9E7D-EA12B37B1379}" type="pres">
      <dgm:prSet presAssocID="{000B6CDD-EB78-5C45-9BFC-505C1B9C86A6}" presName="rootComposite3" presStyleCnt="0"/>
      <dgm:spPr/>
    </dgm:pt>
    <dgm:pt modelId="{2C83FABD-B027-6647-9283-1933AC3A6B50}" type="pres">
      <dgm:prSet presAssocID="{000B6CDD-EB78-5C45-9BFC-505C1B9C86A6}" presName="rootText3" presStyleLbl="asst1" presStyleIdx="0" presStyleCnt="1">
        <dgm:presLayoutVars>
          <dgm:chPref val="3"/>
        </dgm:presLayoutVars>
      </dgm:prSet>
      <dgm:spPr/>
    </dgm:pt>
    <dgm:pt modelId="{065B925B-0E51-2549-BB61-91F7C0C002F0}" type="pres">
      <dgm:prSet presAssocID="{000B6CDD-EB78-5C45-9BFC-505C1B9C86A6}" presName="rootConnector3" presStyleLbl="asst1" presStyleIdx="0" presStyleCnt="1"/>
      <dgm:spPr/>
    </dgm:pt>
    <dgm:pt modelId="{54BB0666-2FBB-5842-83D4-1D46AF4CBAD3}" type="pres">
      <dgm:prSet presAssocID="{000B6CDD-EB78-5C45-9BFC-505C1B9C86A6}" presName="hierChild6" presStyleCnt="0"/>
      <dgm:spPr/>
    </dgm:pt>
    <dgm:pt modelId="{78E3594F-B446-874D-9C3F-E6DAA83AA95E}" type="pres">
      <dgm:prSet presAssocID="{000B6CDD-EB78-5C45-9BFC-505C1B9C86A6}" presName="hierChild7" presStyleCnt="0"/>
      <dgm:spPr/>
    </dgm:pt>
  </dgm:ptLst>
  <dgm:cxnLst>
    <dgm:cxn modelId="{0FACB317-D941-CF43-97C2-0DDF8ED0CCBF}" type="presOf" srcId="{23EDCDB9-403A-9C4C-BC13-5EC54EA6D39C}" destId="{03E9E213-B69F-F24D-88AA-FFE672FEAD21}" srcOrd="1" destOrd="0" presId="urn:microsoft.com/office/officeart/2005/8/layout/orgChart1"/>
    <dgm:cxn modelId="{7124ED21-3C08-0740-A594-F00F773BCF7B}" type="presOf" srcId="{2EB7D4FE-80E6-B949-ABAE-D5DD4386AC7F}" destId="{CF08DDEF-EA8C-BC42-A3D4-E151869380CC}" srcOrd="0" destOrd="0" presId="urn:microsoft.com/office/officeart/2005/8/layout/orgChart1"/>
    <dgm:cxn modelId="{4BAB9226-D830-8B49-89CC-F81B2F549315}" srcId="{6E70257A-32DB-BB44-B637-AD971A8EE8E9}" destId="{000B6CDD-EB78-5C45-9BFC-505C1B9C86A6}" srcOrd="0" destOrd="0" parTransId="{D1DEA817-62EB-574C-BA0D-F51E8BB82D5E}" sibTransId="{1FABC506-87DD-BD4B-982C-604C0324747D}"/>
    <dgm:cxn modelId="{D7B20B34-EC54-4242-AFB5-FE635C141ADC}" type="presOf" srcId="{48B03F65-B60C-764A-92B0-48DFA438C2DB}" destId="{BFCC110A-71C1-324C-A451-26EA320C4937}" srcOrd="0" destOrd="0" presId="urn:microsoft.com/office/officeart/2005/8/layout/orgChart1"/>
    <dgm:cxn modelId="{9DDCA340-9083-7048-B624-CA6A6069C67E}" type="presOf" srcId="{6E70257A-32DB-BB44-B637-AD971A8EE8E9}" destId="{9C80F1C8-23A3-F240-BF6A-02F8A390E75B}" srcOrd="1" destOrd="0" presId="urn:microsoft.com/office/officeart/2005/8/layout/orgChart1"/>
    <dgm:cxn modelId="{2B87BA52-2BA2-7E4A-96A7-572DE33DED94}" type="presOf" srcId="{000B6CDD-EB78-5C45-9BFC-505C1B9C86A6}" destId="{2C83FABD-B027-6647-9283-1933AC3A6B50}" srcOrd="0" destOrd="0" presId="urn:microsoft.com/office/officeart/2005/8/layout/orgChart1"/>
    <dgm:cxn modelId="{DF54F857-6D53-BA4A-90BA-173591DD64F5}" type="presOf" srcId="{23EDCDB9-403A-9C4C-BC13-5EC54EA6D39C}" destId="{ECD46B72-6CE6-2843-939E-794336333CEE}" srcOrd="0" destOrd="0" presId="urn:microsoft.com/office/officeart/2005/8/layout/orgChart1"/>
    <dgm:cxn modelId="{363CF35A-8DFB-EE49-9230-93A9B6466BB3}" type="presOf" srcId="{353622B2-B93A-A541-B840-66B18D3E0C87}" destId="{0A66DD5C-CD56-EA40-8CF5-17C212A9181A}" srcOrd="1" destOrd="0" presId="urn:microsoft.com/office/officeart/2005/8/layout/orgChart1"/>
    <dgm:cxn modelId="{E3CCC862-0E09-6E44-9F78-8019724C9F86}" type="presOf" srcId="{D1DEA817-62EB-574C-BA0D-F51E8BB82D5E}" destId="{79875A8A-0BE6-234C-BC6C-A6CA95B03E16}" srcOrd="0" destOrd="0" presId="urn:microsoft.com/office/officeart/2005/8/layout/orgChart1"/>
    <dgm:cxn modelId="{5324A788-F219-8C40-BDB0-B03F1FFDB7C8}" type="presOf" srcId="{01C6740D-BB3B-1644-9272-F0B99F5160E3}" destId="{E50FADC4-9777-8D43-8B13-E6256FC3A125}" srcOrd="0" destOrd="0" presId="urn:microsoft.com/office/officeart/2005/8/layout/orgChart1"/>
    <dgm:cxn modelId="{508B0E8F-0B6F-D343-9F8C-6DC55B208380}" srcId="{BEFAF801-E97A-8B4F-A37B-2DED0FFF8DB9}" destId="{6E70257A-32DB-BB44-B637-AD971A8EE8E9}" srcOrd="0" destOrd="0" parTransId="{A370720A-610C-D941-82BE-243AB4BFE62A}" sibTransId="{95472ED0-2818-244F-8CC8-08E419BD4C80}"/>
    <dgm:cxn modelId="{587A9992-1AFD-6F4F-869D-E3FB605405BF}" srcId="{6E70257A-32DB-BB44-B637-AD971A8EE8E9}" destId="{23EDCDB9-403A-9C4C-BC13-5EC54EA6D39C}" srcOrd="2" destOrd="0" parTransId="{48B03F65-B60C-764A-92B0-48DFA438C2DB}" sibTransId="{147C3352-3160-7743-A030-7BCABF700311}"/>
    <dgm:cxn modelId="{239A8C9D-FA64-E246-9926-46A2FE4B14CC}" type="presOf" srcId="{BEFAF801-E97A-8B4F-A37B-2DED0FFF8DB9}" destId="{F08ED43C-5C89-1348-9414-134C57A85982}" srcOrd="0" destOrd="0" presId="urn:microsoft.com/office/officeart/2005/8/layout/orgChart1"/>
    <dgm:cxn modelId="{08C45EA9-BCC2-264F-8CC2-70E9A8AB9720}" type="presOf" srcId="{000B6CDD-EB78-5C45-9BFC-505C1B9C86A6}" destId="{065B925B-0E51-2549-BB61-91F7C0C002F0}" srcOrd="1" destOrd="0" presId="urn:microsoft.com/office/officeart/2005/8/layout/orgChart1"/>
    <dgm:cxn modelId="{5B19B3B0-DF5E-C64C-B441-51885F5E7698}" type="presOf" srcId="{0360AA5B-3836-B84D-9D11-79ECCD31DF9D}" destId="{56896794-8FB2-2546-8100-44BCDF4E3A5A}" srcOrd="0" destOrd="0" presId="urn:microsoft.com/office/officeart/2005/8/layout/orgChart1"/>
    <dgm:cxn modelId="{AEA301BF-3A15-6F48-A7D0-6B842E28C198}" type="presOf" srcId="{2EB7D4FE-80E6-B949-ABAE-D5DD4386AC7F}" destId="{89D8AA6F-CFD5-EC48-A0E3-438724CCFB60}" srcOrd="1" destOrd="0" presId="urn:microsoft.com/office/officeart/2005/8/layout/orgChart1"/>
    <dgm:cxn modelId="{7D81FAC0-E4C6-B24D-99EF-9A71EBEDD89A}" type="presOf" srcId="{353622B2-B93A-A541-B840-66B18D3E0C87}" destId="{632D7E5D-AE53-CE4A-91BE-94A73C66181B}" srcOrd="0" destOrd="0" presId="urn:microsoft.com/office/officeart/2005/8/layout/orgChart1"/>
    <dgm:cxn modelId="{963215D1-470F-BF49-B4BF-4A762533BB5B}" srcId="{6E70257A-32DB-BB44-B637-AD971A8EE8E9}" destId="{353622B2-B93A-A541-B840-66B18D3E0C87}" srcOrd="3" destOrd="0" parTransId="{0360AA5B-3836-B84D-9D11-79ECCD31DF9D}" sibTransId="{3FF680DC-0A61-FB44-B829-B4CD44BB4ECD}"/>
    <dgm:cxn modelId="{DA8B70DC-E133-194A-9F62-D905A3AA2B07}" type="presOf" srcId="{6E70257A-32DB-BB44-B637-AD971A8EE8E9}" destId="{9A955CB6-7D03-7B42-B1D9-90D5047403CA}" srcOrd="0" destOrd="0" presId="urn:microsoft.com/office/officeart/2005/8/layout/orgChart1"/>
    <dgm:cxn modelId="{026DA6DF-6679-964D-AF18-4A80AC3EAEBE}" srcId="{6E70257A-32DB-BB44-B637-AD971A8EE8E9}" destId="{2EB7D4FE-80E6-B949-ABAE-D5DD4386AC7F}" srcOrd="1" destOrd="0" parTransId="{01C6740D-BB3B-1644-9272-F0B99F5160E3}" sibTransId="{4C7D0A29-5169-6B4F-B3B6-69547EE13B34}"/>
    <dgm:cxn modelId="{FB988D9C-EBD0-DA41-B8B6-4C77DE15623E}" type="presParOf" srcId="{F08ED43C-5C89-1348-9414-134C57A85982}" destId="{215413DE-742E-9E4C-965A-C03CC16B0449}" srcOrd="0" destOrd="0" presId="urn:microsoft.com/office/officeart/2005/8/layout/orgChart1"/>
    <dgm:cxn modelId="{F81552C1-B0B2-C042-AEA7-E6F4709A1C4A}" type="presParOf" srcId="{215413DE-742E-9E4C-965A-C03CC16B0449}" destId="{CC99DAF6-3845-944B-8B5D-F69339C6D27C}" srcOrd="0" destOrd="0" presId="urn:microsoft.com/office/officeart/2005/8/layout/orgChart1"/>
    <dgm:cxn modelId="{C0F9D45A-162A-EF4B-AAAB-D3A7E40E1355}" type="presParOf" srcId="{CC99DAF6-3845-944B-8B5D-F69339C6D27C}" destId="{9A955CB6-7D03-7B42-B1D9-90D5047403CA}" srcOrd="0" destOrd="0" presId="urn:microsoft.com/office/officeart/2005/8/layout/orgChart1"/>
    <dgm:cxn modelId="{002B90C2-3F4D-F943-92E1-8A82FF067EBE}" type="presParOf" srcId="{CC99DAF6-3845-944B-8B5D-F69339C6D27C}" destId="{9C80F1C8-23A3-F240-BF6A-02F8A390E75B}" srcOrd="1" destOrd="0" presId="urn:microsoft.com/office/officeart/2005/8/layout/orgChart1"/>
    <dgm:cxn modelId="{F847A630-E2C7-4F49-8CFA-529AB5C4A30C}" type="presParOf" srcId="{215413DE-742E-9E4C-965A-C03CC16B0449}" destId="{365361D0-8A6A-784F-B337-0AAAB1089161}" srcOrd="1" destOrd="0" presId="urn:microsoft.com/office/officeart/2005/8/layout/orgChart1"/>
    <dgm:cxn modelId="{D05071F5-7AAE-4C4F-829F-245BBBA3545C}" type="presParOf" srcId="{365361D0-8A6A-784F-B337-0AAAB1089161}" destId="{E50FADC4-9777-8D43-8B13-E6256FC3A125}" srcOrd="0" destOrd="0" presId="urn:microsoft.com/office/officeart/2005/8/layout/orgChart1"/>
    <dgm:cxn modelId="{464DA437-8C16-BB4F-BB0A-7D9C04D05C86}" type="presParOf" srcId="{365361D0-8A6A-784F-B337-0AAAB1089161}" destId="{B25773BC-01AF-824A-A1C4-04D315F53DB5}" srcOrd="1" destOrd="0" presId="urn:microsoft.com/office/officeart/2005/8/layout/orgChart1"/>
    <dgm:cxn modelId="{34B65EB8-60D2-B140-B4FC-CF7E75C900F4}" type="presParOf" srcId="{B25773BC-01AF-824A-A1C4-04D315F53DB5}" destId="{EC9FE56E-F7C4-8149-8A88-9ACD860F4D8B}" srcOrd="0" destOrd="0" presId="urn:microsoft.com/office/officeart/2005/8/layout/orgChart1"/>
    <dgm:cxn modelId="{5D0E864B-51C8-5849-BF29-89E9F9649760}" type="presParOf" srcId="{EC9FE56E-F7C4-8149-8A88-9ACD860F4D8B}" destId="{CF08DDEF-EA8C-BC42-A3D4-E151869380CC}" srcOrd="0" destOrd="0" presId="urn:microsoft.com/office/officeart/2005/8/layout/orgChart1"/>
    <dgm:cxn modelId="{267B1ADB-78F6-4F4D-8CFA-ED455273A74F}" type="presParOf" srcId="{EC9FE56E-F7C4-8149-8A88-9ACD860F4D8B}" destId="{89D8AA6F-CFD5-EC48-A0E3-438724CCFB60}" srcOrd="1" destOrd="0" presId="urn:microsoft.com/office/officeart/2005/8/layout/orgChart1"/>
    <dgm:cxn modelId="{63001D2F-4070-3341-BE61-A005904D579D}" type="presParOf" srcId="{B25773BC-01AF-824A-A1C4-04D315F53DB5}" destId="{F7B4B7D4-357A-CC48-8403-D1F5DAA3369F}" srcOrd="1" destOrd="0" presId="urn:microsoft.com/office/officeart/2005/8/layout/orgChart1"/>
    <dgm:cxn modelId="{FAEDDD4D-388C-CE46-BF29-88874AB43085}" type="presParOf" srcId="{B25773BC-01AF-824A-A1C4-04D315F53DB5}" destId="{A2430A36-FD5D-374F-ACA2-DFBC8C6B835F}" srcOrd="2" destOrd="0" presId="urn:microsoft.com/office/officeart/2005/8/layout/orgChart1"/>
    <dgm:cxn modelId="{D4EB79BB-C912-734A-8873-951034D6F3E9}" type="presParOf" srcId="{365361D0-8A6A-784F-B337-0AAAB1089161}" destId="{BFCC110A-71C1-324C-A451-26EA320C4937}" srcOrd="2" destOrd="0" presId="urn:microsoft.com/office/officeart/2005/8/layout/orgChart1"/>
    <dgm:cxn modelId="{07CF78F1-EADD-0541-9FBE-C13EE06F0E9D}" type="presParOf" srcId="{365361D0-8A6A-784F-B337-0AAAB1089161}" destId="{D5E10557-0EFC-C945-9165-E54A76B66B52}" srcOrd="3" destOrd="0" presId="urn:microsoft.com/office/officeart/2005/8/layout/orgChart1"/>
    <dgm:cxn modelId="{3FF75A5E-F802-934A-B20C-798FBF24604F}" type="presParOf" srcId="{D5E10557-0EFC-C945-9165-E54A76B66B52}" destId="{DBD5E9E0-2447-1D4D-89E8-1E2F257395A2}" srcOrd="0" destOrd="0" presId="urn:microsoft.com/office/officeart/2005/8/layout/orgChart1"/>
    <dgm:cxn modelId="{CC96D130-6669-F440-B8C9-E8BB9D52C806}" type="presParOf" srcId="{DBD5E9E0-2447-1D4D-89E8-1E2F257395A2}" destId="{ECD46B72-6CE6-2843-939E-794336333CEE}" srcOrd="0" destOrd="0" presId="urn:microsoft.com/office/officeart/2005/8/layout/orgChart1"/>
    <dgm:cxn modelId="{D2DF5709-256B-794B-BDCE-74FC97CB6404}" type="presParOf" srcId="{DBD5E9E0-2447-1D4D-89E8-1E2F257395A2}" destId="{03E9E213-B69F-F24D-88AA-FFE672FEAD21}" srcOrd="1" destOrd="0" presId="urn:microsoft.com/office/officeart/2005/8/layout/orgChart1"/>
    <dgm:cxn modelId="{48A95C48-62D9-CF4C-BAB3-31FC59E20A94}" type="presParOf" srcId="{D5E10557-0EFC-C945-9165-E54A76B66B52}" destId="{B1C6560A-DC19-6E48-83B4-E1DE68450D28}" srcOrd="1" destOrd="0" presId="urn:microsoft.com/office/officeart/2005/8/layout/orgChart1"/>
    <dgm:cxn modelId="{28483016-0743-9042-811A-6B980F67066D}" type="presParOf" srcId="{D5E10557-0EFC-C945-9165-E54A76B66B52}" destId="{2ADB470F-FD02-784E-B819-690F2672D939}" srcOrd="2" destOrd="0" presId="urn:microsoft.com/office/officeart/2005/8/layout/orgChart1"/>
    <dgm:cxn modelId="{C0BFEDFC-08B6-D840-AEF6-D24F5C207F5B}" type="presParOf" srcId="{365361D0-8A6A-784F-B337-0AAAB1089161}" destId="{56896794-8FB2-2546-8100-44BCDF4E3A5A}" srcOrd="4" destOrd="0" presId="urn:microsoft.com/office/officeart/2005/8/layout/orgChart1"/>
    <dgm:cxn modelId="{4C45F342-068D-924D-AB11-72F029ACE1FD}" type="presParOf" srcId="{365361D0-8A6A-784F-B337-0AAAB1089161}" destId="{3B006340-742E-4048-ACAE-69A9069813D6}" srcOrd="5" destOrd="0" presId="urn:microsoft.com/office/officeart/2005/8/layout/orgChart1"/>
    <dgm:cxn modelId="{03FF7077-DAFB-BC42-B22F-938DE53B3ADB}" type="presParOf" srcId="{3B006340-742E-4048-ACAE-69A9069813D6}" destId="{3F73956D-C77A-C84D-B63D-085466A04E73}" srcOrd="0" destOrd="0" presId="urn:microsoft.com/office/officeart/2005/8/layout/orgChart1"/>
    <dgm:cxn modelId="{39C1ABB7-F2CD-1848-9F0F-3DCB46A3E43B}" type="presParOf" srcId="{3F73956D-C77A-C84D-B63D-085466A04E73}" destId="{632D7E5D-AE53-CE4A-91BE-94A73C66181B}" srcOrd="0" destOrd="0" presId="urn:microsoft.com/office/officeart/2005/8/layout/orgChart1"/>
    <dgm:cxn modelId="{6F55715B-9E56-5744-A374-A5CACDFE64BC}" type="presParOf" srcId="{3F73956D-C77A-C84D-B63D-085466A04E73}" destId="{0A66DD5C-CD56-EA40-8CF5-17C212A9181A}" srcOrd="1" destOrd="0" presId="urn:microsoft.com/office/officeart/2005/8/layout/orgChart1"/>
    <dgm:cxn modelId="{B7DBEF7E-17E3-684F-91ED-5E60A473908B}" type="presParOf" srcId="{3B006340-742E-4048-ACAE-69A9069813D6}" destId="{A1624E35-77E8-384F-969C-6595043DBE92}" srcOrd="1" destOrd="0" presId="urn:microsoft.com/office/officeart/2005/8/layout/orgChart1"/>
    <dgm:cxn modelId="{9065E2E1-C58C-1D4D-9D71-70465BD3E3BB}" type="presParOf" srcId="{3B006340-742E-4048-ACAE-69A9069813D6}" destId="{6B0539AE-E12D-EB45-BC30-60B9B272C2FE}" srcOrd="2" destOrd="0" presId="urn:microsoft.com/office/officeart/2005/8/layout/orgChart1"/>
    <dgm:cxn modelId="{20EEF71A-2933-D549-B705-F13A3FAD15DB}" type="presParOf" srcId="{215413DE-742E-9E4C-965A-C03CC16B0449}" destId="{65C70412-3BA6-3440-9A57-8CF045A30903}" srcOrd="2" destOrd="0" presId="urn:microsoft.com/office/officeart/2005/8/layout/orgChart1"/>
    <dgm:cxn modelId="{66475767-69E1-6F4A-B200-2C1ECF5729DF}" type="presParOf" srcId="{65C70412-3BA6-3440-9A57-8CF045A30903}" destId="{79875A8A-0BE6-234C-BC6C-A6CA95B03E16}" srcOrd="0" destOrd="0" presId="urn:microsoft.com/office/officeart/2005/8/layout/orgChart1"/>
    <dgm:cxn modelId="{0EE0F990-1EC7-1A4D-A467-9D5CE5430D3C}" type="presParOf" srcId="{65C70412-3BA6-3440-9A57-8CF045A30903}" destId="{242985D8-9362-804A-A798-B6E47FEEE599}" srcOrd="1" destOrd="0" presId="urn:microsoft.com/office/officeart/2005/8/layout/orgChart1"/>
    <dgm:cxn modelId="{CE42AA8D-BF1B-6542-9DCC-11C1EEC1D2C3}" type="presParOf" srcId="{242985D8-9362-804A-A798-B6E47FEEE599}" destId="{000975EF-AA61-1F46-9E7D-EA12B37B1379}" srcOrd="0" destOrd="0" presId="urn:microsoft.com/office/officeart/2005/8/layout/orgChart1"/>
    <dgm:cxn modelId="{400C4CAF-EFFC-F84C-B3AC-DEE1CD044C2E}" type="presParOf" srcId="{000975EF-AA61-1F46-9E7D-EA12B37B1379}" destId="{2C83FABD-B027-6647-9283-1933AC3A6B50}" srcOrd="0" destOrd="0" presId="urn:microsoft.com/office/officeart/2005/8/layout/orgChart1"/>
    <dgm:cxn modelId="{4E90F79C-523D-C84E-9957-C0F4F18CC3CE}" type="presParOf" srcId="{000975EF-AA61-1F46-9E7D-EA12B37B1379}" destId="{065B925B-0E51-2549-BB61-91F7C0C002F0}" srcOrd="1" destOrd="0" presId="urn:microsoft.com/office/officeart/2005/8/layout/orgChart1"/>
    <dgm:cxn modelId="{1EC3F41B-3782-A14F-BAA6-DDBAEB97116C}" type="presParOf" srcId="{242985D8-9362-804A-A798-B6E47FEEE599}" destId="{54BB0666-2FBB-5842-83D4-1D46AF4CBAD3}" srcOrd="1" destOrd="0" presId="urn:microsoft.com/office/officeart/2005/8/layout/orgChart1"/>
    <dgm:cxn modelId="{BBFD6B9F-0C52-7B49-A1A8-93A8893798AF}" type="presParOf" srcId="{242985D8-9362-804A-A798-B6E47FEEE599}" destId="{78E3594F-B446-874D-9C3F-E6DAA83AA95E}" srcOrd="2" destOrd="0" presId="urn:microsoft.com/office/officeart/2005/8/layout/orgChart1"/>
  </dgm:cxnLst>
  <dgm:bg/>
  <dgm:whole/>
  <dgm:extLst>
    <a:ext uri="http://schemas.microsoft.com/office/drawing/2008/diagram">
      <dsp:dataModelExt xmlns:dsp="http://schemas.microsoft.com/office/drawing/2008/diagram" relId="rId1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1D52B9D-D2EF-8F46-B44F-1183BF29B2EA}" type="doc">
      <dgm:prSet loTypeId="urn:microsoft.com/office/officeart/2005/8/layout/default" loCatId="" qsTypeId="urn:microsoft.com/office/officeart/2005/8/quickstyle/simple1" qsCatId="simple" csTypeId="urn:microsoft.com/office/officeart/2005/8/colors/accent1_2" csCatId="accent1" phldr="1"/>
      <dgm:spPr/>
      <dgm:t>
        <a:bodyPr/>
        <a:lstStyle/>
        <a:p>
          <a:endParaRPr lang="en-GB"/>
        </a:p>
      </dgm:t>
    </dgm:pt>
    <dgm:pt modelId="{AA7BF9E8-78EB-2A40-881E-2098DC7522DF}">
      <dgm:prSet phldrT="[Text]"/>
      <dgm:spPr/>
      <dgm:t>
        <a:bodyPr/>
        <a:lstStyle/>
        <a:p>
          <a:r>
            <a:rPr lang="en-GB" dirty="0"/>
            <a:t>Ranked 2</a:t>
          </a:r>
          <a:r>
            <a:rPr lang="en-GB" baseline="30000" dirty="0"/>
            <a:t>nd</a:t>
          </a:r>
          <a:r>
            <a:rPr lang="en-GB" dirty="0"/>
            <a:t>  in the world (EIU 2014)</a:t>
          </a:r>
        </a:p>
      </dgm:t>
    </dgm:pt>
    <dgm:pt modelId="{2BA34AE8-4CF6-C040-A7BA-441D74A1AB75}" type="parTrans" cxnId="{9CD77172-7BFC-B44E-BEB6-3D4A616A9D7D}">
      <dgm:prSet/>
      <dgm:spPr/>
      <dgm:t>
        <a:bodyPr/>
        <a:lstStyle/>
        <a:p>
          <a:endParaRPr lang="en-GB"/>
        </a:p>
      </dgm:t>
    </dgm:pt>
    <dgm:pt modelId="{F8E8F1A2-26F5-8843-AC23-36D897206692}" type="sibTrans" cxnId="{9CD77172-7BFC-B44E-BEB6-3D4A616A9D7D}">
      <dgm:prSet/>
      <dgm:spPr/>
      <dgm:t>
        <a:bodyPr/>
        <a:lstStyle/>
        <a:p>
          <a:endParaRPr lang="en-GB"/>
        </a:p>
      </dgm:t>
    </dgm:pt>
    <dgm:pt modelId="{67BCFF22-2FD7-A943-BA4A-F59D52FF0CFF}">
      <dgm:prSet phldrT="[Text]"/>
      <dgm:spPr/>
      <dgm:t>
        <a:bodyPr/>
        <a:lstStyle/>
        <a:p>
          <a:r>
            <a:rPr lang="en-GB" dirty="0"/>
            <a:t>~ 4% GDP (Singapore) </a:t>
          </a:r>
        </a:p>
        <a:p>
          <a:r>
            <a:rPr lang="en-GB" dirty="0"/>
            <a:t>8% GDP (UK)</a:t>
          </a:r>
        </a:p>
        <a:p>
          <a:r>
            <a:rPr lang="en-GB" dirty="0"/>
            <a:t>12% GDP (US) </a:t>
          </a:r>
        </a:p>
      </dgm:t>
    </dgm:pt>
    <dgm:pt modelId="{7F4D77EA-8C55-7549-A99F-84CFB5228000}" type="parTrans" cxnId="{1F68E0D0-4398-4040-9701-9EDEED7A0455}">
      <dgm:prSet/>
      <dgm:spPr/>
      <dgm:t>
        <a:bodyPr/>
        <a:lstStyle/>
        <a:p>
          <a:endParaRPr lang="en-GB"/>
        </a:p>
      </dgm:t>
    </dgm:pt>
    <dgm:pt modelId="{98C7E2CE-DE9C-8843-973D-3FBB002471B3}" type="sibTrans" cxnId="{1F68E0D0-4398-4040-9701-9EDEED7A0455}">
      <dgm:prSet/>
      <dgm:spPr/>
      <dgm:t>
        <a:bodyPr/>
        <a:lstStyle/>
        <a:p>
          <a:endParaRPr lang="en-GB"/>
        </a:p>
      </dgm:t>
    </dgm:pt>
    <dgm:pt modelId="{31280B17-6A81-1649-852C-D620654F21FF}" type="pres">
      <dgm:prSet presAssocID="{B1D52B9D-D2EF-8F46-B44F-1183BF29B2EA}" presName="diagram" presStyleCnt="0">
        <dgm:presLayoutVars>
          <dgm:dir/>
          <dgm:resizeHandles val="exact"/>
        </dgm:presLayoutVars>
      </dgm:prSet>
      <dgm:spPr/>
    </dgm:pt>
    <dgm:pt modelId="{178AD08F-9174-A345-ADC1-470284805E6D}" type="pres">
      <dgm:prSet presAssocID="{AA7BF9E8-78EB-2A40-881E-2098DC7522DF}" presName="node" presStyleLbl="node1" presStyleIdx="0" presStyleCnt="2">
        <dgm:presLayoutVars>
          <dgm:bulletEnabled val="1"/>
        </dgm:presLayoutVars>
      </dgm:prSet>
      <dgm:spPr/>
    </dgm:pt>
    <dgm:pt modelId="{3880A8E4-96D0-3A40-8F43-00FF9ADD6F47}" type="pres">
      <dgm:prSet presAssocID="{F8E8F1A2-26F5-8843-AC23-36D897206692}" presName="sibTrans" presStyleCnt="0"/>
      <dgm:spPr/>
    </dgm:pt>
    <dgm:pt modelId="{68131049-158F-7249-B937-6F46525B85D7}" type="pres">
      <dgm:prSet presAssocID="{67BCFF22-2FD7-A943-BA4A-F59D52FF0CFF}" presName="node" presStyleLbl="node1" presStyleIdx="1" presStyleCnt="2">
        <dgm:presLayoutVars>
          <dgm:bulletEnabled val="1"/>
        </dgm:presLayoutVars>
      </dgm:prSet>
      <dgm:spPr/>
    </dgm:pt>
  </dgm:ptLst>
  <dgm:cxnLst>
    <dgm:cxn modelId="{B3639D15-D4C8-FA4D-AA57-CF5396440D6F}" type="presOf" srcId="{AA7BF9E8-78EB-2A40-881E-2098DC7522DF}" destId="{178AD08F-9174-A345-ADC1-470284805E6D}" srcOrd="0" destOrd="0" presId="urn:microsoft.com/office/officeart/2005/8/layout/default"/>
    <dgm:cxn modelId="{9CD77172-7BFC-B44E-BEB6-3D4A616A9D7D}" srcId="{B1D52B9D-D2EF-8F46-B44F-1183BF29B2EA}" destId="{AA7BF9E8-78EB-2A40-881E-2098DC7522DF}" srcOrd="0" destOrd="0" parTransId="{2BA34AE8-4CF6-C040-A7BA-441D74A1AB75}" sibTransId="{F8E8F1A2-26F5-8843-AC23-36D897206692}"/>
    <dgm:cxn modelId="{1EBBFA84-BDDD-7648-9B15-AB075B8BCDDE}" type="presOf" srcId="{B1D52B9D-D2EF-8F46-B44F-1183BF29B2EA}" destId="{31280B17-6A81-1649-852C-D620654F21FF}" srcOrd="0" destOrd="0" presId="urn:microsoft.com/office/officeart/2005/8/layout/default"/>
    <dgm:cxn modelId="{1F68E0D0-4398-4040-9701-9EDEED7A0455}" srcId="{B1D52B9D-D2EF-8F46-B44F-1183BF29B2EA}" destId="{67BCFF22-2FD7-A943-BA4A-F59D52FF0CFF}" srcOrd="1" destOrd="0" parTransId="{7F4D77EA-8C55-7549-A99F-84CFB5228000}" sibTransId="{98C7E2CE-DE9C-8843-973D-3FBB002471B3}"/>
    <dgm:cxn modelId="{5056CCF7-4D11-1C46-A75E-77CC80DEA57B}" type="presOf" srcId="{67BCFF22-2FD7-A943-BA4A-F59D52FF0CFF}" destId="{68131049-158F-7249-B937-6F46525B85D7}" srcOrd="0" destOrd="0" presId="urn:microsoft.com/office/officeart/2005/8/layout/default"/>
    <dgm:cxn modelId="{9F2AF5B0-D4CB-C943-AE2A-5A446D4196C7}" type="presParOf" srcId="{31280B17-6A81-1649-852C-D620654F21FF}" destId="{178AD08F-9174-A345-ADC1-470284805E6D}" srcOrd="0" destOrd="0" presId="urn:microsoft.com/office/officeart/2005/8/layout/default"/>
    <dgm:cxn modelId="{57DAAEE0-3F84-2444-8928-0E584BA36BCD}" type="presParOf" srcId="{31280B17-6A81-1649-852C-D620654F21FF}" destId="{3880A8E4-96D0-3A40-8F43-00FF9ADD6F47}" srcOrd="1" destOrd="0" presId="urn:microsoft.com/office/officeart/2005/8/layout/default"/>
    <dgm:cxn modelId="{540199EA-E06C-5A41-99D7-83665A32E7A8}" type="presParOf" srcId="{31280B17-6A81-1649-852C-D620654F21FF}" destId="{68131049-158F-7249-B937-6F46525B85D7}" srcOrd="2" destOrd="0" presId="urn:microsoft.com/office/officeart/2005/8/layout/default"/>
  </dgm:cxnLst>
  <dgm:bg/>
  <dgm:whole/>
  <dgm:extLst>
    <a:ext uri="http://schemas.microsoft.com/office/drawing/2008/diagram">
      <dsp:dataModelExt xmlns:dsp="http://schemas.microsoft.com/office/drawing/2008/diagram" relId="rId23"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92B60C-54F4-3D48-A829-F49A497EF334}">
      <dsp:nvSpPr>
        <dsp:cNvPr id="0" name=""/>
        <dsp:cNvSpPr/>
      </dsp:nvSpPr>
      <dsp:spPr>
        <a:xfrm>
          <a:off x="338215" y="506"/>
          <a:ext cx="1048228" cy="62893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GB" sz="800" kern="1200" dirty="0"/>
            <a:t>Clinics regulated by </a:t>
          </a:r>
          <a:r>
            <a:rPr lang="en-SG" sz="800" b="0" i="0" kern="1200" dirty="0"/>
            <a:t>Private Hospitals and Medical Clinics Act.</a:t>
          </a:r>
          <a:endParaRPr lang="en-GB" sz="800" kern="1200" dirty="0"/>
        </a:p>
      </dsp:txBody>
      <dsp:txXfrm>
        <a:off x="338215" y="506"/>
        <a:ext cx="1048228" cy="628937"/>
      </dsp:txXfrm>
    </dsp:sp>
    <dsp:sp modelId="{0AAB01E2-DB3D-2343-8D87-B3367DF76322}">
      <dsp:nvSpPr>
        <dsp:cNvPr id="0" name=""/>
        <dsp:cNvSpPr/>
      </dsp:nvSpPr>
      <dsp:spPr>
        <a:xfrm>
          <a:off x="1491266" y="506"/>
          <a:ext cx="1048228" cy="62893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GB" sz="800" kern="1200" dirty="0"/>
            <a:t>Professionals regulated by </a:t>
          </a:r>
          <a:r>
            <a:rPr lang="en-SG" sz="800" b="0" i="0" kern="1200" dirty="0"/>
            <a:t>respective professional boards</a:t>
          </a:r>
          <a:endParaRPr lang="en-GB" sz="800" kern="1200" dirty="0"/>
        </a:p>
      </dsp:txBody>
      <dsp:txXfrm>
        <a:off x="1491266" y="506"/>
        <a:ext cx="1048228" cy="628937"/>
      </dsp:txXfrm>
    </dsp:sp>
    <dsp:sp modelId="{9D929D8E-B8FA-1145-85C6-4EF4AFB41A90}">
      <dsp:nvSpPr>
        <dsp:cNvPr id="0" name=""/>
        <dsp:cNvSpPr/>
      </dsp:nvSpPr>
      <dsp:spPr>
        <a:xfrm>
          <a:off x="338215" y="734266"/>
          <a:ext cx="1048228" cy="62893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GB" sz="800" kern="1200" dirty="0"/>
            <a:t>Ministry of Health conduct patient survey for international benchmarking </a:t>
          </a:r>
        </a:p>
      </dsp:txBody>
      <dsp:txXfrm>
        <a:off x="338215" y="734266"/>
        <a:ext cx="1048228" cy="628937"/>
      </dsp:txXfrm>
    </dsp:sp>
    <dsp:sp modelId="{5E8D28AB-1DB3-E64E-9646-9682482804F3}">
      <dsp:nvSpPr>
        <dsp:cNvPr id="0" name=""/>
        <dsp:cNvSpPr/>
      </dsp:nvSpPr>
      <dsp:spPr>
        <a:xfrm>
          <a:off x="1491266" y="734266"/>
          <a:ext cx="1048228" cy="62893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SG" sz="800" b="0" i="0" kern="1200" dirty="0"/>
            <a:t>Chronic Disease Management Program to ensure best practices</a:t>
          </a:r>
          <a:endParaRPr lang="en-GB" sz="800" kern="1200" dirty="0"/>
        </a:p>
      </dsp:txBody>
      <dsp:txXfrm>
        <a:off x="1491266" y="734266"/>
        <a:ext cx="1048228" cy="62893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92B60C-54F4-3D48-A829-F49A497EF334}">
      <dsp:nvSpPr>
        <dsp:cNvPr id="0" name=""/>
        <dsp:cNvSpPr/>
      </dsp:nvSpPr>
      <dsp:spPr>
        <a:xfrm>
          <a:off x="338215" y="506"/>
          <a:ext cx="1048228" cy="628937"/>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SG" sz="800" b="0" i="0" kern="1200" dirty="0"/>
            <a:t>Beyond Healthcare 2020 strategy (2017)</a:t>
          </a:r>
          <a:endParaRPr lang="en-GB" sz="800" kern="1200" dirty="0"/>
        </a:p>
      </dsp:txBody>
      <dsp:txXfrm>
        <a:off x="338215" y="506"/>
        <a:ext cx="1048228" cy="628937"/>
      </dsp:txXfrm>
    </dsp:sp>
    <dsp:sp modelId="{0AAB01E2-DB3D-2343-8D87-B3367DF76322}">
      <dsp:nvSpPr>
        <dsp:cNvPr id="0" name=""/>
        <dsp:cNvSpPr/>
      </dsp:nvSpPr>
      <dsp:spPr>
        <a:xfrm>
          <a:off x="1491266" y="506"/>
          <a:ext cx="1048228" cy="628937"/>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SG" sz="800" b="0" i="0" kern="1200" dirty="0"/>
            <a:t>regulatory “sandbox” for identifying and understanding new health care innovations (2018)</a:t>
          </a:r>
          <a:endParaRPr lang="en-GB" sz="800" kern="1200" dirty="0"/>
        </a:p>
      </dsp:txBody>
      <dsp:txXfrm>
        <a:off x="1491266" y="506"/>
        <a:ext cx="1048228" cy="628937"/>
      </dsp:txXfrm>
    </dsp:sp>
    <dsp:sp modelId="{9D929D8E-B8FA-1145-85C6-4EF4AFB41A90}">
      <dsp:nvSpPr>
        <dsp:cNvPr id="0" name=""/>
        <dsp:cNvSpPr/>
      </dsp:nvSpPr>
      <dsp:spPr>
        <a:xfrm>
          <a:off x="338215" y="734266"/>
          <a:ext cx="1048228" cy="628937"/>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SG" sz="800" b="0" i="0" kern="1200" dirty="0" err="1"/>
            <a:t>CareShield</a:t>
          </a:r>
          <a:r>
            <a:rPr lang="en-SG" sz="800" b="0" i="0" kern="1200" dirty="0"/>
            <a:t> Life and </a:t>
          </a:r>
          <a:r>
            <a:rPr lang="en-SG" sz="800" b="0" i="0" kern="1200" dirty="0" err="1"/>
            <a:t>ElderFund</a:t>
          </a:r>
          <a:r>
            <a:rPr lang="en-SG" sz="800" b="0" i="0" kern="1200" dirty="0"/>
            <a:t> to optimise long-term cost (2020)</a:t>
          </a:r>
          <a:endParaRPr lang="en-GB" sz="800" kern="1200" dirty="0"/>
        </a:p>
      </dsp:txBody>
      <dsp:txXfrm>
        <a:off x="338215" y="734266"/>
        <a:ext cx="1048228" cy="628937"/>
      </dsp:txXfrm>
    </dsp:sp>
    <dsp:sp modelId="{5E8D28AB-1DB3-E64E-9646-9682482804F3}">
      <dsp:nvSpPr>
        <dsp:cNvPr id="0" name=""/>
        <dsp:cNvSpPr/>
      </dsp:nvSpPr>
      <dsp:spPr>
        <a:xfrm>
          <a:off x="1491266" y="734266"/>
          <a:ext cx="1048228" cy="628937"/>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SG" sz="800" b="0" i="0" kern="1200" dirty="0"/>
            <a:t>Introducing a pay-for-performance framework for public health goals</a:t>
          </a:r>
          <a:endParaRPr lang="en-GB" sz="800" kern="1200" dirty="0"/>
        </a:p>
      </dsp:txBody>
      <dsp:txXfrm>
        <a:off x="1491266" y="734266"/>
        <a:ext cx="1048228" cy="62893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875A8A-0BE6-234C-BC6C-A6CA95B03E16}">
      <dsp:nvSpPr>
        <dsp:cNvPr id="0" name=""/>
        <dsp:cNvSpPr/>
      </dsp:nvSpPr>
      <dsp:spPr>
        <a:xfrm>
          <a:off x="896655" y="614920"/>
          <a:ext cx="91440" cy="270050"/>
        </a:xfrm>
        <a:custGeom>
          <a:avLst/>
          <a:gdLst/>
          <a:ahLst/>
          <a:cxnLst/>
          <a:rect l="0" t="0" r="0" b="0"/>
          <a:pathLst>
            <a:path>
              <a:moveTo>
                <a:pt x="107361" y="0"/>
              </a:moveTo>
              <a:lnTo>
                <a:pt x="107361" y="270050"/>
              </a:lnTo>
              <a:lnTo>
                <a:pt x="45720" y="270050"/>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6896794-8FB2-2546-8100-44BCDF4E3A5A}">
      <dsp:nvSpPr>
        <dsp:cNvPr id="0" name=""/>
        <dsp:cNvSpPr/>
      </dsp:nvSpPr>
      <dsp:spPr>
        <a:xfrm>
          <a:off x="1004017" y="614920"/>
          <a:ext cx="710349" cy="540100"/>
        </a:xfrm>
        <a:custGeom>
          <a:avLst/>
          <a:gdLst/>
          <a:ahLst/>
          <a:cxnLst/>
          <a:rect l="0" t="0" r="0" b="0"/>
          <a:pathLst>
            <a:path>
              <a:moveTo>
                <a:pt x="0" y="0"/>
              </a:moveTo>
              <a:lnTo>
                <a:pt x="0" y="478458"/>
              </a:lnTo>
              <a:lnTo>
                <a:pt x="710349" y="478458"/>
              </a:lnTo>
              <a:lnTo>
                <a:pt x="710349" y="540100"/>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FCC110A-71C1-324C-A451-26EA320C4937}">
      <dsp:nvSpPr>
        <dsp:cNvPr id="0" name=""/>
        <dsp:cNvSpPr/>
      </dsp:nvSpPr>
      <dsp:spPr>
        <a:xfrm>
          <a:off x="958297" y="614920"/>
          <a:ext cx="91440" cy="540100"/>
        </a:xfrm>
        <a:custGeom>
          <a:avLst/>
          <a:gdLst/>
          <a:ahLst/>
          <a:cxnLst/>
          <a:rect l="0" t="0" r="0" b="0"/>
          <a:pathLst>
            <a:path>
              <a:moveTo>
                <a:pt x="45720" y="0"/>
              </a:moveTo>
              <a:lnTo>
                <a:pt x="45720" y="540100"/>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50FADC4-9777-8D43-8B13-E6256FC3A125}">
      <dsp:nvSpPr>
        <dsp:cNvPr id="0" name=""/>
        <dsp:cNvSpPr/>
      </dsp:nvSpPr>
      <dsp:spPr>
        <a:xfrm>
          <a:off x="293667" y="614920"/>
          <a:ext cx="710349" cy="540100"/>
        </a:xfrm>
        <a:custGeom>
          <a:avLst/>
          <a:gdLst/>
          <a:ahLst/>
          <a:cxnLst/>
          <a:rect l="0" t="0" r="0" b="0"/>
          <a:pathLst>
            <a:path>
              <a:moveTo>
                <a:pt x="710349" y="0"/>
              </a:moveTo>
              <a:lnTo>
                <a:pt x="710349" y="478458"/>
              </a:lnTo>
              <a:lnTo>
                <a:pt x="0" y="478458"/>
              </a:lnTo>
              <a:lnTo>
                <a:pt x="0" y="540100"/>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A955CB6-7D03-7B42-B1D9-90D5047403CA}">
      <dsp:nvSpPr>
        <dsp:cNvPr id="0" name=""/>
        <dsp:cNvSpPr/>
      </dsp:nvSpPr>
      <dsp:spPr>
        <a:xfrm>
          <a:off x="710484" y="321387"/>
          <a:ext cx="587065" cy="293532"/>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GB" sz="700" kern="1200" dirty="0"/>
            <a:t>Funding</a:t>
          </a:r>
        </a:p>
      </dsp:txBody>
      <dsp:txXfrm>
        <a:off x="710484" y="321387"/>
        <a:ext cx="587065" cy="293532"/>
      </dsp:txXfrm>
    </dsp:sp>
    <dsp:sp modelId="{CF08DDEF-EA8C-BC42-A3D4-E151869380CC}">
      <dsp:nvSpPr>
        <dsp:cNvPr id="0" name=""/>
        <dsp:cNvSpPr/>
      </dsp:nvSpPr>
      <dsp:spPr>
        <a:xfrm>
          <a:off x="134" y="1155021"/>
          <a:ext cx="587065" cy="293532"/>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GB" sz="700" kern="1200" dirty="0"/>
            <a:t>MediShield for low-income </a:t>
          </a:r>
        </a:p>
      </dsp:txBody>
      <dsp:txXfrm>
        <a:off x="134" y="1155021"/>
        <a:ext cx="587065" cy="293532"/>
      </dsp:txXfrm>
    </dsp:sp>
    <dsp:sp modelId="{ECD46B72-6CE6-2843-939E-794336333CEE}">
      <dsp:nvSpPr>
        <dsp:cNvPr id="0" name=""/>
        <dsp:cNvSpPr/>
      </dsp:nvSpPr>
      <dsp:spPr>
        <a:xfrm>
          <a:off x="710484" y="1155021"/>
          <a:ext cx="587065" cy="293532"/>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GB" sz="700" kern="1200" dirty="0"/>
            <a:t>MediSave for everyone</a:t>
          </a:r>
        </a:p>
      </dsp:txBody>
      <dsp:txXfrm>
        <a:off x="710484" y="1155021"/>
        <a:ext cx="587065" cy="293532"/>
      </dsp:txXfrm>
    </dsp:sp>
    <dsp:sp modelId="{632D7E5D-AE53-CE4A-91BE-94A73C66181B}">
      <dsp:nvSpPr>
        <dsp:cNvPr id="0" name=""/>
        <dsp:cNvSpPr/>
      </dsp:nvSpPr>
      <dsp:spPr>
        <a:xfrm>
          <a:off x="1420834" y="1155021"/>
          <a:ext cx="587065" cy="293532"/>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GB" sz="700" kern="1200" dirty="0"/>
            <a:t>Private insurance</a:t>
          </a:r>
        </a:p>
      </dsp:txBody>
      <dsp:txXfrm>
        <a:off x="1420834" y="1155021"/>
        <a:ext cx="587065" cy="293532"/>
      </dsp:txXfrm>
    </dsp:sp>
    <dsp:sp modelId="{2C83FABD-B027-6647-9283-1933AC3A6B50}">
      <dsp:nvSpPr>
        <dsp:cNvPr id="0" name=""/>
        <dsp:cNvSpPr/>
      </dsp:nvSpPr>
      <dsp:spPr>
        <a:xfrm>
          <a:off x="355309" y="738204"/>
          <a:ext cx="587065" cy="293532"/>
        </a:xfrm>
        <a:prstGeom prst="rect">
          <a:avLst/>
        </a:prstGeom>
        <a:solidFill>
          <a:schemeClr val="accent3">
            <a:hueOff val="0"/>
            <a:satOff val="0"/>
            <a:lumOff val="0"/>
            <a:alphaOff val="0"/>
          </a:schemeClr>
        </a:solidFill>
        <a:ln w="25400" cap="flat" cmpd="sng" algn="ctr">
          <a:solidFill>
            <a:schemeClr val="l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GB" sz="700" kern="1200" dirty="0"/>
            <a:t>Tax</a:t>
          </a:r>
        </a:p>
      </dsp:txBody>
      <dsp:txXfrm>
        <a:off x="355309" y="738204"/>
        <a:ext cx="587065" cy="29353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8AD08F-9174-A345-ADC1-470284805E6D}">
      <dsp:nvSpPr>
        <dsp:cNvPr id="0" name=""/>
        <dsp:cNvSpPr/>
      </dsp:nvSpPr>
      <dsp:spPr>
        <a:xfrm>
          <a:off x="0" y="109002"/>
          <a:ext cx="787992" cy="472795"/>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266700">
            <a:lnSpc>
              <a:spcPct val="90000"/>
            </a:lnSpc>
            <a:spcBef>
              <a:spcPct val="0"/>
            </a:spcBef>
            <a:spcAft>
              <a:spcPct val="35000"/>
            </a:spcAft>
            <a:buNone/>
          </a:pPr>
          <a:r>
            <a:rPr lang="en-GB" sz="600" kern="1200" dirty="0"/>
            <a:t>Ranked 2</a:t>
          </a:r>
          <a:r>
            <a:rPr lang="en-GB" sz="600" kern="1200" baseline="30000" dirty="0"/>
            <a:t>nd</a:t>
          </a:r>
          <a:r>
            <a:rPr lang="en-GB" sz="600" kern="1200" dirty="0"/>
            <a:t>  in the world (EIU 2014)</a:t>
          </a:r>
        </a:p>
      </dsp:txBody>
      <dsp:txXfrm>
        <a:off x="0" y="109002"/>
        <a:ext cx="787992" cy="472795"/>
      </dsp:txXfrm>
    </dsp:sp>
    <dsp:sp modelId="{68131049-158F-7249-B937-6F46525B85D7}">
      <dsp:nvSpPr>
        <dsp:cNvPr id="0" name=""/>
        <dsp:cNvSpPr/>
      </dsp:nvSpPr>
      <dsp:spPr>
        <a:xfrm>
          <a:off x="0" y="660597"/>
          <a:ext cx="787992" cy="472795"/>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266700">
            <a:lnSpc>
              <a:spcPct val="90000"/>
            </a:lnSpc>
            <a:spcBef>
              <a:spcPct val="0"/>
            </a:spcBef>
            <a:spcAft>
              <a:spcPct val="35000"/>
            </a:spcAft>
            <a:buNone/>
          </a:pPr>
          <a:r>
            <a:rPr lang="en-GB" sz="600" kern="1200" dirty="0"/>
            <a:t>~ 4% GDP (Singapore) </a:t>
          </a:r>
        </a:p>
        <a:p>
          <a:pPr marL="0" lvl="0" indent="0" algn="ctr" defTabSz="266700">
            <a:lnSpc>
              <a:spcPct val="90000"/>
            </a:lnSpc>
            <a:spcBef>
              <a:spcPct val="0"/>
            </a:spcBef>
            <a:spcAft>
              <a:spcPct val="35000"/>
            </a:spcAft>
            <a:buNone/>
          </a:pPr>
          <a:r>
            <a:rPr lang="en-GB" sz="600" kern="1200" dirty="0"/>
            <a:t>8% GDP (UK)</a:t>
          </a:r>
        </a:p>
        <a:p>
          <a:pPr marL="0" lvl="0" indent="0" algn="ctr" defTabSz="266700">
            <a:lnSpc>
              <a:spcPct val="90000"/>
            </a:lnSpc>
            <a:spcBef>
              <a:spcPct val="0"/>
            </a:spcBef>
            <a:spcAft>
              <a:spcPct val="35000"/>
            </a:spcAft>
            <a:buNone/>
          </a:pPr>
          <a:r>
            <a:rPr lang="en-GB" sz="600" kern="1200" dirty="0"/>
            <a:t>12% GDP (US) </a:t>
          </a:r>
        </a:p>
      </dsp:txBody>
      <dsp:txXfrm>
        <a:off x="0" y="660597"/>
        <a:ext cx="787992" cy="472795"/>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endParaRPr lang="en-SG"/>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SG"/>
          </a:p>
        </p:txBody>
      </p:sp>
      <p:sp>
        <p:nvSpPr>
          <p:cNvPr id="4" name="Date Placeholder 3"/>
          <p:cNvSpPr>
            <a:spLocks noGrp="1"/>
          </p:cNvSpPr>
          <p:nvPr>
            <p:ph type="dt" sz="half" idx="10"/>
          </p:nvPr>
        </p:nvSpPr>
        <p:spPr/>
        <p:txBody>
          <a:bodyPr/>
          <a:lstStyle/>
          <a:p>
            <a:fld id="{0EEC21A1-6445-4DBC-9F5A-07F80E7862AB}" type="datetimeFigureOut">
              <a:rPr lang="en-SG" smtClean="0"/>
              <a:t>14/2/22</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6B752585-68B2-434B-948A-E2DF7EF7EC1B}" type="slidenum">
              <a:rPr lang="en-SG" smtClean="0"/>
              <a:t>‹#›</a:t>
            </a:fld>
            <a:endParaRPr lang="en-SG"/>
          </a:p>
        </p:txBody>
      </p:sp>
    </p:spTree>
    <p:extLst>
      <p:ext uri="{BB962C8B-B14F-4D97-AF65-F5344CB8AC3E}">
        <p14:creationId xmlns:p14="http://schemas.microsoft.com/office/powerpoint/2010/main" val="8288030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p:cNvSpPr>
            <a:spLocks noGrp="1"/>
          </p:cNvSpPr>
          <p:nvPr>
            <p:ph type="dt" sz="half" idx="10"/>
          </p:nvPr>
        </p:nvSpPr>
        <p:spPr/>
        <p:txBody>
          <a:bodyPr/>
          <a:lstStyle/>
          <a:p>
            <a:fld id="{0EEC21A1-6445-4DBC-9F5A-07F80E7862AB}" type="datetimeFigureOut">
              <a:rPr lang="en-SG" smtClean="0"/>
              <a:t>14/2/22</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6B752585-68B2-434B-948A-E2DF7EF7EC1B}" type="slidenum">
              <a:rPr lang="en-SG" smtClean="0"/>
              <a:t>‹#›</a:t>
            </a:fld>
            <a:endParaRPr lang="en-SG"/>
          </a:p>
        </p:txBody>
      </p:sp>
    </p:spTree>
    <p:extLst>
      <p:ext uri="{BB962C8B-B14F-4D97-AF65-F5344CB8AC3E}">
        <p14:creationId xmlns:p14="http://schemas.microsoft.com/office/powerpoint/2010/main" val="8869414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endParaRPr lang="en-SG"/>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EEC21A1-6445-4DBC-9F5A-07F80E7862AB}" type="datetimeFigureOut">
              <a:rPr lang="en-SG" smtClean="0"/>
              <a:t>14/2/22</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6B752585-68B2-434B-948A-E2DF7EF7EC1B}" type="slidenum">
              <a:rPr lang="en-SG" smtClean="0"/>
              <a:t>‹#›</a:t>
            </a:fld>
            <a:endParaRPr lang="en-SG"/>
          </a:p>
        </p:txBody>
      </p:sp>
    </p:spTree>
    <p:extLst>
      <p:ext uri="{BB962C8B-B14F-4D97-AF65-F5344CB8AC3E}">
        <p14:creationId xmlns:p14="http://schemas.microsoft.com/office/powerpoint/2010/main" val="20065493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Content Placeholder 2"/>
          <p:cNvSpPr>
            <a:spLocks noGrp="1"/>
          </p:cNvSpPr>
          <p:nvPr>
            <p:ph sz="half" idx="1"/>
          </p:nvPr>
        </p:nvSpPr>
        <p:spPr>
          <a:xfrm>
            <a:off x="457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p:cNvSpPr>
            <a:spLocks noGrp="1"/>
          </p:cNvSpPr>
          <p:nvPr>
            <p:ph sz="half" idx="2"/>
          </p:nvPr>
        </p:nvSpPr>
        <p:spPr>
          <a:xfrm>
            <a:off x="4648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p:cNvSpPr>
            <a:spLocks noGrp="1"/>
          </p:cNvSpPr>
          <p:nvPr>
            <p:ph type="dt" sz="half" idx="10"/>
          </p:nvPr>
        </p:nvSpPr>
        <p:spPr/>
        <p:txBody>
          <a:bodyPr/>
          <a:lstStyle/>
          <a:p>
            <a:fld id="{0EEC21A1-6445-4DBC-9F5A-07F80E7862AB}" type="datetimeFigureOut">
              <a:rPr lang="en-SG" smtClean="0"/>
              <a:t>14/2/22</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6B752585-68B2-434B-948A-E2DF7EF7EC1B}" type="slidenum">
              <a:rPr lang="en-SG" smtClean="0"/>
              <a:t>‹#›</a:t>
            </a:fld>
            <a:endParaRPr lang="en-SG"/>
          </a:p>
        </p:txBody>
      </p:sp>
    </p:spTree>
    <p:extLst>
      <p:ext uri="{BB962C8B-B14F-4D97-AF65-F5344CB8AC3E}">
        <p14:creationId xmlns:p14="http://schemas.microsoft.com/office/powerpoint/2010/main" val="1008799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lvl1pPr>
              <a:defRPr/>
            </a:lvl1pPr>
          </a:lstStyle>
          <a:p>
            <a:r>
              <a:rPr lang="en-US"/>
              <a:t>Click to edit Master title style</a:t>
            </a:r>
            <a:endParaRPr lang="en-SG"/>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p:cNvSpPr>
            <a:spLocks noGrp="1"/>
          </p:cNvSpPr>
          <p:nvPr>
            <p:ph type="dt" sz="half" idx="10"/>
          </p:nvPr>
        </p:nvSpPr>
        <p:spPr/>
        <p:txBody>
          <a:bodyPr/>
          <a:lstStyle/>
          <a:p>
            <a:fld id="{0EEC21A1-6445-4DBC-9F5A-07F80E7862AB}" type="datetimeFigureOut">
              <a:rPr lang="en-SG" smtClean="0"/>
              <a:t>14/2/22</a:t>
            </a:fld>
            <a:endParaRPr lang="en-SG"/>
          </a:p>
        </p:txBody>
      </p:sp>
      <p:sp>
        <p:nvSpPr>
          <p:cNvPr id="8" name="Footer Placeholder 7"/>
          <p:cNvSpPr>
            <a:spLocks noGrp="1"/>
          </p:cNvSpPr>
          <p:nvPr>
            <p:ph type="ftr" sz="quarter" idx="11"/>
          </p:nvPr>
        </p:nvSpPr>
        <p:spPr/>
        <p:txBody>
          <a:bodyPr/>
          <a:lstStyle/>
          <a:p>
            <a:endParaRPr lang="en-SG"/>
          </a:p>
        </p:txBody>
      </p:sp>
      <p:sp>
        <p:nvSpPr>
          <p:cNvPr id="9" name="Slide Number Placeholder 8"/>
          <p:cNvSpPr>
            <a:spLocks noGrp="1"/>
          </p:cNvSpPr>
          <p:nvPr>
            <p:ph type="sldNum" sz="quarter" idx="12"/>
          </p:nvPr>
        </p:nvSpPr>
        <p:spPr/>
        <p:txBody>
          <a:bodyPr/>
          <a:lstStyle/>
          <a:p>
            <a:fld id="{6B752585-68B2-434B-948A-E2DF7EF7EC1B}" type="slidenum">
              <a:rPr lang="en-SG" smtClean="0"/>
              <a:t>‹#›</a:t>
            </a:fld>
            <a:endParaRPr lang="en-SG"/>
          </a:p>
        </p:txBody>
      </p:sp>
    </p:spTree>
    <p:extLst>
      <p:ext uri="{BB962C8B-B14F-4D97-AF65-F5344CB8AC3E}">
        <p14:creationId xmlns:p14="http://schemas.microsoft.com/office/powerpoint/2010/main" val="11874403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Date Placeholder 2"/>
          <p:cNvSpPr>
            <a:spLocks noGrp="1"/>
          </p:cNvSpPr>
          <p:nvPr>
            <p:ph type="dt" sz="half" idx="10"/>
          </p:nvPr>
        </p:nvSpPr>
        <p:spPr/>
        <p:txBody>
          <a:bodyPr/>
          <a:lstStyle/>
          <a:p>
            <a:fld id="{0EEC21A1-6445-4DBC-9F5A-07F80E7862AB}" type="datetimeFigureOut">
              <a:rPr lang="en-SG" smtClean="0"/>
              <a:t>14/2/22</a:t>
            </a:fld>
            <a:endParaRPr lang="en-SG"/>
          </a:p>
        </p:txBody>
      </p:sp>
      <p:sp>
        <p:nvSpPr>
          <p:cNvPr id="4" name="Footer Placeholder 3"/>
          <p:cNvSpPr>
            <a:spLocks noGrp="1"/>
          </p:cNvSpPr>
          <p:nvPr>
            <p:ph type="ftr" sz="quarter" idx="11"/>
          </p:nvPr>
        </p:nvSpPr>
        <p:spPr/>
        <p:txBody>
          <a:bodyPr/>
          <a:lstStyle/>
          <a:p>
            <a:endParaRPr lang="en-SG"/>
          </a:p>
        </p:txBody>
      </p:sp>
      <p:sp>
        <p:nvSpPr>
          <p:cNvPr id="5" name="Slide Number Placeholder 4"/>
          <p:cNvSpPr>
            <a:spLocks noGrp="1"/>
          </p:cNvSpPr>
          <p:nvPr>
            <p:ph type="sldNum" sz="quarter" idx="12"/>
          </p:nvPr>
        </p:nvSpPr>
        <p:spPr/>
        <p:txBody>
          <a:bodyPr/>
          <a:lstStyle/>
          <a:p>
            <a:fld id="{6B752585-68B2-434B-948A-E2DF7EF7EC1B}" type="slidenum">
              <a:rPr lang="en-SG" smtClean="0"/>
              <a:t>‹#›</a:t>
            </a:fld>
            <a:endParaRPr lang="en-SG"/>
          </a:p>
        </p:txBody>
      </p:sp>
    </p:spTree>
    <p:extLst>
      <p:ext uri="{BB962C8B-B14F-4D97-AF65-F5344CB8AC3E}">
        <p14:creationId xmlns:p14="http://schemas.microsoft.com/office/powerpoint/2010/main" val="10532559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EC21A1-6445-4DBC-9F5A-07F80E7862AB}" type="datetimeFigureOut">
              <a:rPr lang="en-SG" smtClean="0"/>
              <a:t>14/2/22</a:t>
            </a:fld>
            <a:endParaRPr lang="en-SG"/>
          </a:p>
        </p:txBody>
      </p:sp>
      <p:sp>
        <p:nvSpPr>
          <p:cNvPr id="3" name="Footer Placeholder 2"/>
          <p:cNvSpPr>
            <a:spLocks noGrp="1"/>
          </p:cNvSpPr>
          <p:nvPr>
            <p:ph type="ftr" sz="quarter" idx="11"/>
          </p:nvPr>
        </p:nvSpPr>
        <p:spPr/>
        <p:txBody>
          <a:bodyPr/>
          <a:lstStyle/>
          <a:p>
            <a:endParaRPr lang="en-SG"/>
          </a:p>
        </p:txBody>
      </p:sp>
      <p:sp>
        <p:nvSpPr>
          <p:cNvPr id="4" name="Slide Number Placeholder 3"/>
          <p:cNvSpPr>
            <a:spLocks noGrp="1"/>
          </p:cNvSpPr>
          <p:nvPr>
            <p:ph type="sldNum" sz="quarter" idx="12"/>
          </p:nvPr>
        </p:nvSpPr>
        <p:spPr/>
        <p:txBody>
          <a:bodyPr/>
          <a:lstStyle/>
          <a:p>
            <a:fld id="{6B752585-68B2-434B-948A-E2DF7EF7EC1B}" type="slidenum">
              <a:rPr lang="en-SG" smtClean="0"/>
              <a:t>‹#›</a:t>
            </a:fld>
            <a:endParaRPr lang="en-SG"/>
          </a:p>
        </p:txBody>
      </p:sp>
    </p:spTree>
    <p:extLst>
      <p:ext uri="{BB962C8B-B14F-4D97-AF65-F5344CB8AC3E}">
        <p14:creationId xmlns:p14="http://schemas.microsoft.com/office/powerpoint/2010/main" val="37767978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endParaRPr lang="en-SG"/>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EEC21A1-6445-4DBC-9F5A-07F80E7862AB}" type="datetimeFigureOut">
              <a:rPr lang="en-SG" smtClean="0"/>
              <a:t>14/2/22</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6B752585-68B2-434B-948A-E2DF7EF7EC1B}" type="slidenum">
              <a:rPr lang="en-SG" smtClean="0"/>
              <a:t>‹#›</a:t>
            </a:fld>
            <a:endParaRPr lang="en-SG"/>
          </a:p>
        </p:txBody>
      </p:sp>
    </p:spTree>
    <p:extLst>
      <p:ext uri="{BB962C8B-B14F-4D97-AF65-F5344CB8AC3E}">
        <p14:creationId xmlns:p14="http://schemas.microsoft.com/office/powerpoint/2010/main" val="16208104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endParaRPr lang="en-SG"/>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EEC21A1-6445-4DBC-9F5A-07F80E7862AB}" type="datetimeFigureOut">
              <a:rPr lang="en-SG" smtClean="0"/>
              <a:t>14/2/22</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6B752585-68B2-434B-948A-E2DF7EF7EC1B}" type="slidenum">
              <a:rPr lang="en-SG" smtClean="0"/>
              <a:t>‹#›</a:t>
            </a:fld>
            <a:endParaRPr lang="en-SG"/>
          </a:p>
        </p:txBody>
      </p:sp>
    </p:spTree>
    <p:extLst>
      <p:ext uri="{BB962C8B-B14F-4D97-AF65-F5344CB8AC3E}">
        <p14:creationId xmlns:p14="http://schemas.microsoft.com/office/powerpoint/2010/main" val="42375103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p:cNvSpPr>
            <a:spLocks noGrp="1"/>
          </p:cNvSpPr>
          <p:nvPr>
            <p:ph type="dt" sz="half" idx="10"/>
          </p:nvPr>
        </p:nvSpPr>
        <p:spPr/>
        <p:txBody>
          <a:bodyPr/>
          <a:lstStyle/>
          <a:p>
            <a:fld id="{0EEC21A1-6445-4DBC-9F5A-07F80E7862AB}" type="datetimeFigureOut">
              <a:rPr lang="en-SG" smtClean="0"/>
              <a:t>14/2/22</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6B752585-68B2-434B-948A-E2DF7EF7EC1B}" type="slidenum">
              <a:rPr lang="en-SG" smtClean="0"/>
              <a:t>‹#›</a:t>
            </a:fld>
            <a:endParaRPr lang="en-SG"/>
          </a:p>
        </p:txBody>
      </p:sp>
    </p:spTree>
    <p:extLst>
      <p:ext uri="{BB962C8B-B14F-4D97-AF65-F5344CB8AC3E}">
        <p14:creationId xmlns:p14="http://schemas.microsoft.com/office/powerpoint/2010/main" val="2425158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54781"/>
            <a:ext cx="2057400" cy="3290888"/>
          </a:xfrm>
        </p:spPr>
        <p:txBody>
          <a:bodyPr vert="eaVert"/>
          <a:lstStyle/>
          <a:p>
            <a:r>
              <a:rPr lang="en-US"/>
              <a:t>Click to edit Master title style</a:t>
            </a:r>
            <a:endParaRPr lang="en-SG"/>
          </a:p>
        </p:txBody>
      </p:sp>
      <p:sp>
        <p:nvSpPr>
          <p:cNvPr id="3" name="Vertical Text Placeholder 2"/>
          <p:cNvSpPr>
            <a:spLocks noGrp="1"/>
          </p:cNvSpPr>
          <p:nvPr>
            <p:ph type="body" orient="vert" idx="1"/>
          </p:nvPr>
        </p:nvSpPr>
        <p:spPr>
          <a:xfrm>
            <a:off x="457200" y="154781"/>
            <a:ext cx="6019800" cy="3290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p:cNvSpPr>
            <a:spLocks noGrp="1"/>
          </p:cNvSpPr>
          <p:nvPr>
            <p:ph type="dt" sz="half" idx="10"/>
          </p:nvPr>
        </p:nvSpPr>
        <p:spPr/>
        <p:txBody>
          <a:bodyPr/>
          <a:lstStyle/>
          <a:p>
            <a:fld id="{0EEC21A1-6445-4DBC-9F5A-07F80E7862AB}" type="datetimeFigureOut">
              <a:rPr lang="en-SG" smtClean="0"/>
              <a:t>14/2/22</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6B752585-68B2-434B-948A-E2DF7EF7EC1B}" type="slidenum">
              <a:rPr lang="en-SG" smtClean="0"/>
              <a:t>‹#›</a:t>
            </a:fld>
            <a:endParaRPr lang="en-SG"/>
          </a:p>
        </p:txBody>
      </p:sp>
    </p:spTree>
    <p:extLst>
      <p:ext uri="{BB962C8B-B14F-4D97-AF65-F5344CB8AC3E}">
        <p14:creationId xmlns:p14="http://schemas.microsoft.com/office/powerpoint/2010/main" val="37937606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0EEC21A1-6445-4DBC-9F5A-07F80E7862AB}" type="datetimeFigureOut">
              <a:rPr lang="en-SG" smtClean="0"/>
              <a:t>14/2/22</a:t>
            </a:fld>
            <a:endParaRPr lang="en-SG"/>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6B752585-68B2-434B-948A-E2DF7EF7EC1B}" type="slidenum">
              <a:rPr lang="en-SG" smtClean="0"/>
              <a:t>‹#›</a:t>
            </a:fld>
            <a:endParaRPr lang="en-SG"/>
          </a:p>
        </p:txBody>
      </p:sp>
    </p:spTree>
    <p:extLst>
      <p:ext uri="{BB962C8B-B14F-4D97-AF65-F5344CB8AC3E}">
        <p14:creationId xmlns:p14="http://schemas.microsoft.com/office/powerpoint/2010/main" val="21066768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microsoft.com/office/2007/relationships/diagramDrawing" Target="../diagrams/drawing1.xml"/><Relationship Id="rId13" Type="http://schemas.microsoft.com/office/2007/relationships/diagramDrawing" Target="../diagrams/drawing2.xml"/><Relationship Id="rId18" Type="http://schemas.microsoft.com/office/2007/relationships/diagramDrawing" Target="../diagrams/drawing3.xml"/><Relationship Id="rId3" Type="http://schemas.openxmlformats.org/officeDocument/2006/relationships/image" Target="../media/image2.png"/><Relationship Id="rId21" Type="http://schemas.openxmlformats.org/officeDocument/2006/relationships/diagramQuickStyle" Target="../diagrams/quickStyle4.xml"/><Relationship Id="rId7" Type="http://schemas.openxmlformats.org/officeDocument/2006/relationships/diagramColors" Target="../diagrams/colors1.xml"/><Relationship Id="rId12" Type="http://schemas.openxmlformats.org/officeDocument/2006/relationships/diagramColors" Target="../diagrams/colors2.xml"/><Relationship Id="rId17" Type="http://schemas.openxmlformats.org/officeDocument/2006/relationships/diagramColors" Target="../diagrams/colors3.xml"/><Relationship Id="rId2" Type="http://schemas.openxmlformats.org/officeDocument/2006/relationships/image" Target="../media/image1.png"/><Relationship Id="rId16" Type="http://schemas.openxmlformats.org/officeDocument/2006/relationships/diagramQuickStyle" Target="../diagrams/quickStyle3.xml"/><Relationship Id="rId20" Type="http://schemas.openxmlformats.org/officeDocument/2006/relationships/diagramLayout" Target="../diagrams/layout4.xml"/><Relationship Id="rId1" Type="http://schemas.openxmlformats.org/officeDocument/2006/relationships/slideLayout" Target="../slideLayouts/slideLayout1.xml"/><Relationship Id="rId6" Type="http://schemas.openxmlformats.org/officeDocument/2006/relationships/diagramQuickStyle" Target="../diagrams/quickStyle1.xml"/><Relationship Id="rId11" Type="http://schemas.openxmlformats.org/officeDocument/2006/relationships/diagramQuickStyle" Target="../diagrams/quickStyle2.xml"/><Relationship Id="rId5" Type="http://schemas.openxmlformats.org/officeDocument/2006/relationships/diagramLayout" Target="../diagrams/layout1.xml"/><Relationship Id="rId15" Type="http://schemas.openxmlformats.org/officeDocument/2006/relationships/diagramLayout" Target="../diagrams/layout3.xml"/><Relationship Id="rId23" Type="http://schemas.microsoft.com/office/2007/relationships/diagramDrawing" Target="../diagrams/drawing4.xml"/><Relationship Id="rId10" Type="http://schemas.openxmlformats.org/officeDocument/2006/relationships/diagramLayout" Target="../diagrams/layout2.xml"/><Relationship Id="rId19" Type="http://schemas.openxmlformats.org/officeDocument/2006/relationships/diagramData" Target="../diagrams/data4.xml"/><Relationship Id="rId4" Type="http://schemas.openxmlformats.org/officeDocument/2006/relationships/diagramData" Target="../diagrams/data1.xml"/><Relationship Id="rId9" Type="http://schemas.openxmlformats.org/officeDocument/2006/relationships/diagramData" Target="../diagrams/data2.xml"/><Relationship Id="rId14" Type="http://schemas.openxmlformats.org/officeDocument/2006/relationships/diagramData" Target="../diagrams/data3.xml"/><Relationship Id="rId22" Type="http://schemas.openxmlformats.org/officeDocument/2006/relationships/diagramColors" Target="../diagrams/colors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90656" y="238810"/>
            <a:ext cx="8928992" cy="400110"/>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SG" sz="2000" b="1" i="0" u="none" strike="noStrike" baseline="0" dirty="0">
                <a:latin typeface="Arial"/>
              </a:rPr>
              <a:t>Performance Evaluation of the Singapore Healthcare System</a:t>
            </a:r>
          </a:p>
        </p:txBody>
      </p:sp>
      <p:sp>
        <p:nvSpPr>
          <p:cNvPr id="6" name="TextBox 5"/>
          <p:cNvSpPr txBox="1"/>
          <p:nvPr/>
        </p:nvSpPr>
        <p:spPr>
          <a:xfrm>
            <a:off x="369545" y="901614"/>
            <a:ext cx="2736305"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1400" b="1" dirty="0">
                <a:latin typeface="Arial" panose="020B0604020202020204" pitchFamily="34" charset="0"/>
                <a:cs typeface="Arial" panose="020B0604020202020204" pitchFamily="34" charset="0"/>
              </a:rPr>
              <a:t>Introduction</a:t>
            </a:r>
            <a:endParaRPr lang="en-SG" sz="1400" b="1" dirty="0">
              <a:latin typeface="Arial" panose="020B0604020202020204" pitchFamily="34" charset="0"/>
              <a:cs typeface="Arial" panose="020B0604020202020204" pitchFamily="34" charset="0"/>
            </a:endParaRPr>
          </a:p>
        </p:txBody>
      </p:sp>
      <p:sp>
        <p:nvSpPr>
          <p:cNvPr id="8" name="TextBox 7"/>
          <p:cNvSpPr txBox="1"/>
          <p:nvPr/>
        </p:nvSpPr>
        <p:spPr>
          <a:xfrm>
            <a:off x="4222494" y="910898"/>
            <a:ext cx="4350196" cy="307777"/>
          </a:xfrm>
          <a:prstGeom prst="rect">
            <a:avLst/>
          </a:prstGeom>
          <a:noFill/>
        </p:spPr>
        <p:txBody>
          <a:bodyPr wrap="square" rtlCol="0">
            <a:spAutoFit/>
          </a:bodyPr>
          <a:lstStyle/>
          <a:p>
            <a:pPr algn="ctr"/>
            <a:r>
              <a:rPr lang="en-US" sz="1400" b="1" dirty="0">
                <a:latin typeface="Arial" panose="020B0604020202020204" pitchFamily="34" charset="0"/>
                <a:cs typeface="Arial" panose="020B0604020202020204" pitchFamily="34" charset="0"/>
              </a:rPr>
              <a:t>Results</a:t>
            </a:r>
            <a:endParaRPr lang="en-SG" sz="1400" b="1" dirty="0">
              <a:latin typeface="Arial" panose="020B0604020202020204" pitchFamily="34" charset="0"/>
              <a:cs typeface="Arial" panose="020B0604020202020204" pitchFamily="34" charset="0"/>
            </a:endParaRPr>
          </a:p>
        </p:txBody>
      </p:sp>
      <p:sp>
        <p:nvSpPr>
          <p:cNvPr id="10" name="TextBox 9"/>
          <p:cNvSpPr txBox="1"/>
          <p:nvPr/>
        </p:nvSpPr>
        <p:spPr>
          <a:xfrm>
            <a:off x="204052" y="1251437"/>
            <a:ext cx="3082338" cy="1815882"/>
          </a:xfrm>
          <a:prstGeom prst="rect">
            <a:avLst/>
          </a:prstGeom>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SG" sz="800" i="0" u="none" strike="noStrike" baseline="0" dirty="0">
                <a:latin typeface="Arial"/>
              </a:rPr>
              <a:t>Singapore is a city-state in Southeast Asia, which has made remarkable economic progress since its independence in 1964, which has brought about many positive changes in healthcare enabling </a:t>
            </a:r>
            <a:r>
              <a:rPr lang="en-SG" sz="800" dirty="0">
                <a:latin typeface="Arial"/>
              </a:rPr>
              <a:t>the local healthcare to be one of the best in the world</a:t>
            </a:r>
            <a:r>
              <a:rPr lang="en-SG" sz="800" i="0" u="none" strike="noStrike" baseline="0" dirty="0">
                <a:latin typeface="Arial"/>
              </a:rPr>
              <a:t>. </a:t>
            </a:r>
            <a:r>
              <a:rPr lang="en-SG" sz="800" dirty="0">
                <a:latin typeface="Arial"/>
              </a:rPr>
              <a:t>An evaluation of the system is critical for us to understand the achievement the country has </a:t>
            </a:r>
            <a:r>
              <a:rPr lang="en-SG" sz="800" err="1">
                <a:latin typeface="Arial"/>
              </a:rPr>
              <a:t>made</a:t>
            </a:r>
            <a:r>
              <a:rPr lang="en-SG" sz="800">
                <a:latin typeface="Arial"/>
              </a:rPr>
              <a:t>. Here </a:t>
            </a:r>
            <a:r>
              <a:rPr lang="en-SG" sz="800" dirty="0">
                <a:latin typeface="Arial"/>
              </a:rPr>
              <a:t>we use the Commonwealth Fund Framework to assess the performance of the healthcare system, in which high performance is defined in 5 dimensions, including high quality care, access and equity for all, efficient care, system and workforce innovation and improvement, and lastly long, healthy and productive lives. The framework is helpful to identify best practices in healthcare, which makes it the most suitable framework to analyse the Singapore healthcare system.</a:t>
            </a:r>
          </a:p>
        </p:txBody>
      </p:sp>
      <p:pic>
        <p:nvPicPr>
          <p:cNvPr id="16" name="Picture 15" descr="Chart, line chart&#10;&#10;Description automatically generated">
            <a:extLst>
              <a:ext uri="{FF2B5EF4-FFF2-40B4-BE49-F238E27FC236}">
                <a16:creationId xmlns:a16="http://schemas.microsoft.com/office/drawing/2014/main" id="{90971A35-E608-CE4F-A858-8D7EE8B515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1534" y="3141497"/>
            <a:ext cx="2808313" cy="1769782"/>
          </a:xfrm>
          <a:prstGeom prst="rect">
            <a:avLst/>
          </a:prstGeom>
        </p:spPr>
      </p:pic>
      <p:pic>
        <p:nvPicPr>
          <p:cNvPr id="18" name="Picture 17">
            <a:extLst>
              <a:ext uri="{FF2B5EF4-FFF2-40B4-BE49-F238E27FC236}">
                <a16:creationId xmlns:a16="http://schemas.microsoft.com/office/drawing/2014/main" id="{E35ED130-63F8-B444-8B3F-54F3B7055F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55788" y="3141497"/>
            <a:ext cx="2808313" cy="1769942"/>
          </a:xfrm>
          <a:prstGeom prst="rect">
            <a:avLst/>
          </a:prstGeom>
        </p:spPr>
      </p:pic>
      <p:sp>
        <p:nvSpPr>
          <p:cNvPr id="17" name="TextBox 16">
            <a:extLst>
              <a:ext uri="{FF2B5EF4-FFF2-40B4-BE49-F238E27FC236}">
                <a16:creationId xmlns:a16="http://schemas.microsoft.com/office/drawing/2014/main" id="{121DCA46-A22F-CF42-9D52-4352F0691F11}"/>
              </a:ext>
            </a:extLst>
          </p:cNvPr>
          <p:cNvSpPr txBox="1"/>
          <p:nvPr/>
        </p:nvSpPr>
        <p:spPr>
          <a:xfrm>
            <a:off x="3395706" y="1219841"/>
            <a:ext cx="2877711" cy="230832"/>
          </a:xfrm>
          <a:prstGeom prst="rect">
            <a:avLst/>
          </a:prstGeom>
          <a:noFill/>
        </p:spPr>
        <p:txBody>
          <a:bodyPr wrap="none" rtlCol="0">
            <a:spAutoFit/>
          </a:bodyPr>
          <a:lstStyle/>
          <a:p>
            <a:r>
              <a:rPr lang="en-SG" sz="900" b="1" dirty="0"/>
              <a:t>What are the major strategies to ensure quality of care?</a:t>
            </a:r>
          </a:p>
        </p:txBody>
      </p:sp>
      <p:graphicFrame>
        <p:nvGraphicFramePr>
          <p:cNvPr id="19" name="Diagram 18">
            <a:extLst>
              <a:ext uri="{FF2B5EF4-FFF2-40B4-BE49-F238E27FC236}">
                <a16:creationId xmlns:a16="http://schemas.microsoft.com/office/drawing/2014/main" id="{DF8CF4C3-0108-564C-BCFA-5EF53F11D107}"/>
              </a:ext>
            </a:extLst>
          </p:cNvPr>
          <p:cNvGraphicFramePr/>
          <p:nvPr>
            <p:extLst>
              <p:ext uri="{D42A27DB-BD31-4B8C-83A1-F6EECF244321}">
                <p14:modId xmlns:p14="http://schemas.microsoft.com/office/powerpoint/2010/main" val="1845368752"/>
              </p:ext>
            </p:extLst>
          </p:nvPr>
        </p:nvGraphicFramePr>
        <p:xfrm>
          <a:off x="3286390" y="1491126"/>
          <a:ext cx="2877711" cy="136371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1" name="TextBox 20">
            <a:extLst>
              <a:ext uri="{FF2B5EF4-FFF2-40B4-BE49-F238E27FC236}">
                <a16:creationId xmlns:a16="http://schemas.microsoft.com/office/drawing/2014/main" id="{976EDC4F-1BB0-BF4D-BE51-A4D9317BFD00}"/>
              </a:ext>
            </a:extLst>
          </p:cNvPr>
          <p:cNvSpPr txBox="1"/>
          <p:nvPr/>
        </p:nvSpPr>
        <p:spPr>
          <a:xfrm>
            <a:off x="6281725" y="1239153"/>
            <a:ext cx="2444900" cy="230832"/>
          </a:xfrm>
          <a:prstGeom prst="rect">
            <a:avLst/>
          </a:prstGeom>
          <a:noFill/>
        </p:spPr>
        <p:txBody>
          <a:bodyPr wrap="none" rtlCol="0">
            <a:spAutoFit/>
          </a:bodyPr>
          <a:lstStyle/>
          <a:p>
            <a:r>
              <a:rPr lang="en-SG" sz="900" b="1" dirty="0"/>
              <a:t>What are the major innovations in the system?</a:t>
            </a:r>
          </a:p>
        </p:txBody>
      </p:sp>
      <p:graphicFrame>
        <p:nvGraphicFramePr>
          <p:cNvPr id="22" name="Diagram 21">
            <a:extLst>
              <a:ext uri="{FF2B5EF4-FFF2-40B4-BE49-F238E27FC236}">
                <a16:creationId xmlns:a16="http://schemas.microsoft.com/office/drawing/2014/main" id="{68C50064-D71C-3D47-A0BA-DA15365DB298}"/>
              </a:ext>
            </a:extLst>
          </p:cNvPr>
          <p:cNvGraphicFramePr/>
          <p:nvPr>
            <p:extLst>
              <p:ext uri="{D42A27DB-BD31-4B8C-83A1-F6EECF244321}">
                <p14:modId xmlns:p14="http://schemas.microsoft.com/office/powerpoint/2010/main" val="1691323092"/>
              </p:ext>
            </p:extLst>
          </p:nvPr>
        </p:nvGraphicFramePr>
        <p:xfrm>
          <a:off x="6102136" y="1491630"/>
          <a:ext cx="2877711" cy="1363710"/>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
        <p:nvSpPr>
          <p:cNvPr id="23" name="TextBox 22">
            <a:extLst>
              <a:ext uri="{FF2B5EF4-FFF2-40B4-BE49-F238E27FC236}">
                <a16:creationId xmlns:a16="http://schemas.microsoft.com/office/drawing/2014/main" id="{BFD796B8-76B2-8E4C-893D-D58D5AB87200}"/>
              </a:ext>
            </a:extLst>
          </p:cNvPr>
          <p:cNvSpPr txBox="1"/>
          <p:nvPr/>
        </p:nvSpPr>
        <p:spPr>
          <a:xfrm>
            <a:off x="414259" y="3141497"/>
            <a:ext cx="2646878" cy="230832"/>
          </a:xfrm>
          <a:prstGeom prst="rect">
            <a:avLst/>
          </a:prstGeom>
          <a:noFill/>
        </p:spPr>
        <p:txBody>
          <a:bodyPr wrap="none" rtlCol="0">
            <a:spAutoFit/>
          </a:bodyPr>
          <a:lstStyle/>
          <a:p>
            <a:r>
              <a:rPr lang="en-SG" sz="900" b="1" dirty="0"/>
              <a:t>What are the major strategies to ensure efficiency?</a:t>
            </a:r>
          </a:p>
        </p:txBody>
      </p:sp>
      <p:graphicFrame>
        <p:nvGraphicFramePr>
          <p:cNvPr id="20" name="Diagram 19">
            <a:extLst>
              <a:ext uri="{FF2B5EF4-FFF2-40B4-BE49-F238E27FC236}">
                <a16:creationId xmlns:a16="http://schemas.microsoft.com/office/drawing/2014/main" id="{9018B373-6413-6841-9320-FB66D53AD346}"/>
              </a:ext>
            </a:extLst>
          </p:cNvPr>
          <p:cNvGraphicFramePr/>
          <p:nvPr>
            <p:extLst>
              <p:ext uri="{D42A27DB-BD31-4B8C-83A1-F6EECF244321}">
                <p14:modId xmlns:p14="http://schemas.microsoft.com/office/powerpoint/2010/main" val="1627767757"/>
              </p:ext>
            </p:extLst>
          </p:nvPr>
        </p:nvGraphicFramePr>
        <p:xfrm>
          <a:off x="342241" y="3256912"/>
          <a:ext cx="2008035" cy="1769942"/>
        </p:xfrm>
        <a:graphic>
          <a:graphicData uri="http://schemas.openxmlformats.org/drawingml/2006/diagram">
            <dgm:relIds xmlns:dgm="http://schemas.openxmlformats.org/drawingml/2006/diagram" xmlns:r="http://schemas.openxmlformats.org/officeDocument/2006/relationships" r:dm="rId14" r:lo="rId15" r:qs="rId16" r:cs="rId17"/>
          </a:graphicData>
        </a:graphic>
      </p:graphicFrame>
      <p:graphicFrame>
        <p:nvGraphicFramePr>
          <p:cNvPr id="24" name="Diagram 23">
            <a:extLst>
              <a:ext uri="{FF2B5EF4-FFF2-40B4-BE49-F238E27FC236}">
                <a16:creationId xmlns:a16="http://schemas.microsoft.com/office/drawing/2014/main" id="{9C2214CA-8DC0-6043-B720-AA2863B51E1C}"/>
              </a:ext>
            </a:extLst>
          </p:cNvPr>
          <p:cNvGraphicFramePr/>
          <p:nvPr>
            <p:extLst>
              <p:ext uri="{D42A27DB-BD31-4B8C-83A1-F6EECF244321}">
                <p14:modId xmlns:p14="http://schemas.microsoft.com/office/powerpoint/2010/main" val="982136886"/>
              </p:ext>
            </p:extLst>
          </p:nvPr>
        </p:nvGraphicFramePr>
        <p:xfrm>
          <a:off x="2457780" y="3520685"/>
          <a:ext cx="787992" cy="1242395"/>
        </p:xfrm>
        <a:graphic>
          <a:graphicData uri="http://schemas.openxmlformats.org/drawingml/2006/diagram">
            <dgm:relIds xmlns:dgm="http://schemas.openxmlformats.org/drawingml/2006/diagram" xmlns:r="http://schemas.openxmlformats.org/officeDocument/2006/relationships" r:dm="rId19" r:lo="rId20" r:qs="rId21" r:cs="rId22"/>
          </a:graphicData>
        </a:graphic>
      </p:graphicFrame>
      <p:sp>
        <p:nvSpPr>
          <p:cNvPr id="25" name="TextBox 24">
            <a:extLst>
              <a:ext uri="{FF2B5EF4-FFF2-40B4-BE49-F238E27FC236}">
                <a16:creationId xmlns:a16="http://schemas.microsoft.com/office/drawing/2014/main" id="{0909FCDD-E630-5647-831B-655AFDDE2DB0}"/>
              </a:ext>
            </a:extLst>
          </p:cNvPr>
          <p:cNvSpPr txBox="1"/>
          <p:nvPr/>
        </p:nvSpPr>
        <p:spPr>
          <a:xfrm>
            <a:off x="464796" y="4718987"/>
            <a:ext cx="1673856" cy="184666"/>
          </a:xfrm>
          <a:prstGeom prst="rect">
            <a:avLst/>
          </a:prstGeom>
          <a:noFill/>
        </p:spPr>
        <p:txBody>
          <a:bodyPr wrap="none" rtlCol="0">
            <a:spAutoFit/>
          </a:bodyPr>
          <a:lstStyle/>
          <a:p>
            <a:r>
              <a:rPr lang="en-US" sz="600" dirty="0"/>
              <a:t>Diverse funding for everyone and those in need</a:t>
            </a:r>
          </a:p>
        </p:txBody>
      </p:sp>
      <p:sp>
        <p:nvSpPr>
          <p:cNvPr id="27" name="TextBox 26">
            <a:extLst>
              <a:ext uri="{FF2B5EF4-FFF2-40B4-BE49-F238E27FC236}">
                <a16:creationId xmlns:a16="http://schemas.microsoft.com/office/drawing/2014/main" id="{9B24D128-8988-314A-9FF3-8CCF4CA63D81}"/>
              </a:ext>
            </a:extLst>
          </p:cNvPr>
          <p:cNvSpPr txBox="1"/>
          <p:nvPr/>
        </p:nvSpPr>
        <p:spPr>
          <a:xfrm>
            <a:off x="2378876" y="4718987"/>
            <a:ext cx="979755" cy="184666"/>
          </a:xfrm>
          <a:prstGeom prst="rect">
            <a:avLst/>
          </a:prstGeom>
          <a:noFill/>
        </p:spPr>
        <p:txBody>
          <a:bodyPr wrap="none" rtlCol="0">
            <a:spAutoFit/>
          </a:bodyPr>
          <a:lstStyle/>
          <a:p>
            <a:r>
              <a:rPr lang="en-US" sz="600" dirty="0"/>
              <a:t>Remarkable achievement</a:t>
            </a:r>
          </a:p>
        </p:txBody>
      </p:sp>
      <p:sp>
        <p:nvSpPr>
          <p:cNvPr id="2" name="TextBox 1">
            <a:extLst>
              <a:ext uri="{FF2B5EF4-FFF2-40B4-BE49-F238E27FC236}">
                <a16:creationId xmlns:a16="http://schemas.microsoft.com/office/drawing/2014/main" id="{880FB8ED-C24D-E94C-90C8-E5E896B47673}"/>
              </a:ext>
            </a:extLst>
          </p:cNvPr>
          <p:cNvSpPr txBox="1"/>
          <p:nvPr/>
        </p:nvSpPr>
        <p:spPr>
          <a:xfrm>
            <a:off x="3171568" y="691978"/>
            <a:ext cx="184731" cy="369332"/>
          </a:xfrm>
          <a:prstGeom prst="rect">
            <a:avLst/>
          </a:prstGeom>
          <a:noFill/>
        </p:spPr>
        <p:txBody>
          <a:bodyPr wrap="none" rtlCol="0">
            <a:spAutoFit/>
          </a:bodyPr>
          <a:lstStyle/>
          <a:p>
            <a:endParaRPr lang="en-GB" dirty="0"/>
          </a:p>
        </p:txBody>
      </p:sp>
    </p:spTree>
    <p:extLst>
      <p:ext uri="{BB962C8B-B14F-4D97-AF65-F5344CB8AC3E}">
        <p14:creationId xmlns:p14="http://schemas.microsoft.com/office/powerpoint/2010/main" val="4604840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{D36BA69E-CD95-F947-B658-971ECAA1F0B5}tf10001124_mac</Template>
  <TotalTime>2247</TotalTime>
  <Words>302</Words>
  <Application>Microsoft Macintosh PowerPoint</Application>
  <PresentationFormat>On-screen Show (16:9)</PresentationFormat>
  <Paragraphs>26</Paragraphs>
  <Slides>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dc:creator>
  <cp:lastModifiedBy>#CHEN YAODING#</cp:lastModifiedBy>
  <cp:revision>8</cp:revision>
  <dcterms:created xsi:type="dcterms:W3CDTF">2016-05-17T08:26:36Z</dcterms:created>
  <dcterms:modified xsi:type="dcterms:W3CDTF">2022-02-14T05:51:12Z</dcterms:modified>
</cp:coreProperties>
</file>