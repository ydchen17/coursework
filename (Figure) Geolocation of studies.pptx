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81" d="100"/>
          <a:sy n="81" d="100"/>
        </p:scale>
        <p:origin x="1088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C0C1E-73F5-3342-9D3C-CE8B115D41AE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1F7F8-4977-6C4B-827D-09F3C9470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940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1F7F8-4977-6C4B-827D-09F3C94707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44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28CF8-02E1-0AB8-70F6-B39E2570A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5CE797-184B-323B-0CFA-909AB9480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55E1D-9731-145A-8AA7-EBE4073BA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71642-C85D-204B-8EB8-9CC2B3EE8E18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106EC-EA5E-2616-BCB5-3EB1E27C2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E1637-2A13-3AE2-117C-B79A448E9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9263-2369-2242-8215-0655253E3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2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7A34-BD63-C89B-D3E4-E39976C87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CEEC4-C81D-59CA-C6A4-B8B4B5531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96D4E-7FB7-B022-2A62-D137BCE7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71642-C85D-204B-8EB8-9CC2B3EE8E18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CA84A-4E0E-1582-8A9B-615D7D99E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E8B15-5DA3-7DBD-2F2F-AF778503C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9263-2369-2242-8215-0655253E3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99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40999-FE9A-B2F3-AF9F-5B72EA1F6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71872-7C27-EA03-ACA8-5F22D8E08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891A7-EE7C-C319-DCF7-E8DB74F23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71642-C85D-204B-8EB8-9CC2B3EE8E18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EE627-14D2-F4AD-BFEC-B6381BB2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00450-6C6E-07B2-74CE-61E20564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9263-2369-2242-8215-0655253E3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98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86DE4-A380-8B44-7610-DB20C70DC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ED1E9-B593-ADA3-33DF-C8BB50C1F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0C1DB-0DC0-F5BC-00D7-61F09672F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8F4D7-C3C5-C848-5726-B5070304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71642-C85D-204B-8EB8-9CC2B3EE8E18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1F514-88D1-BA49-2836-CCFA88EF5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07445-C4BA-3EF1-9790-FB4BC48E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9263-2369-2242-8215-0655253E3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033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F0855-6F51-5923-C98C-C8D4A0B4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BDDCD-AC95-2CE7-7279-F5C25634F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7BABA-04D5-A771-10F8-2CA7DF742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934D9A-AEDA-7045-1874-F7819439DF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D7AE32-4649-594F-5E78-1C99383BB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3F0E52-27D6-AC73-9D09-3D8A856AF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71642-C85D-204B-8EB8-9CC2B3EE8E18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654510-0032-9812-BD6E-9D4905DB0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170064-44AF-AE38-4224-7B7C51F7B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9263-2369-2242-8215-0655253E3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7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4B46D-EA7C-30D0-48D9-C090C1FA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D96C0B-513A-5865-1B3D-3B10D377F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71642-C85D-204B-8EB8-9CC2B3EE8E18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0E041F-EFCC-0DE4-AD23-760187003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F1020-E853-ABF7-3BFC-376334D1C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9263-2369-2242-8215-0655253E3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90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B215A9-22E1-4A60-5B98-EA0FA8C1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71642-C85D-204B-8EB8-9CC2B3EE8E18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481A5-68A7-ED55-0675-D47FF589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4239F-75E7-9648-1BBD-8F91E435B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9263-2369-2242-8215-0655253E3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96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665F-080D-D2B6-D431-830063302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57BB1-07BF-DB18-E668-9AA1A1018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87761-86BC-7A53-A3FC-DD4B970DB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6EC63-6C57-DB10-3490-D2C4A6D3A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71642-C85D-204B-8EB8-9CC2B3EE8E18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69A00-85D5-6703-73E3-974EA37B5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6E471-6324-E4E4-E7F0-5EFC4F003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9263-2369-2242-8215-0655253E3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88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6BBDF-1B54-5CE5-42DE-48F100B26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4D1E1-61A8-BB52-4772-7485A3E842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92E60-0762-C4E5-9F4D-BDAF4F68D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55219-B58D-B75E-F487-E334939E2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71642-C85D-204B-8EB8-9CC2B3EE8E18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50E61-C0CF-73FC-3242-E23C22930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35653-76F6-B714-E813-F32D57845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9263-2369-2242-8215-0655253E3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0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C177-EF1E-E7E5-E3BC-7007A7370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C0F92-5B92-2CBB-E888-960175BD6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4559A-0FB2-E28A-39B4-489072F9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71642-C85D-204B-8EB8-9CC2B3EE8E18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2ADAE-03D2-41B1-692D-E66C97922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504B0-3476-FF41-BBB9-2E2EF293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9263-2369-2242-8215-0655253E3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53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8637F6-9B21-71BB-26B8-0AEA6FE9F1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64207-9BBE-5FE9-A195-DC38419ED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48A1C-9F67-BA86-B1B3-E9C0EE623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71642-C85D-204B-8EB8-9CC2B3EE8E18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E3D82-E0CE-1C53-59A4-F6B88BDE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87B30-CD58-493D-670F-88671E42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9263-2369-2242-8215-0655253E3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245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A25AF-C1C9-CCBE-ABFC-B30ACDC8B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88DF9-8781-486C-B8FE-AC08AF357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31784-2AA1-2611-70E0-CD8BB27F5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71642-C85D-204B-8EB8-9CC2B3EE8E18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78E44-E2B5-DC0C-1E13-73E3DA76A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DF2EA-B394-7A9E-0C19-5A6708F81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E9263-2369-2242-8215-0655253E3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1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3DE7A127-0148-A469-E8C2-6BF66C44F9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279"/>
          <a:stretch/>
        </p:blipFill>
        <p:spPr>
          <a:xfrm>
            <a:off x="0" y="324997"/>
            <a:ext cx="12192001" cy="62080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E6436A-AE16-5DD6-7FD7-79D77B0301B3}"/>
              </a:ext>
            </a:extLst>
          </p:cNvPr>
          <p:cNvSpPr txBox="1"/>
          <p:nvPr/>
        </p:nvSpPr>
        <p:spPr>
          <a:xfrm>
            <a:off x="8476839" y="3292040"/>
            <a:ext cx="5469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India</a:t>
            </a:r>
          </a:p>
          <a:p>
            <a:pPr algn="ctr"/>
            <a:r>
              <a:rPr lang="en-US" altLang="zh-CN" sz="700" dirty="0">
                <a:solidFill>
                  <a:schemeClr val="bg1"/>
                </a:solidFill>
              </a:rPr>
              <a:t>2</a:t>
            </a:r>
            <a:r>
              <a:rPr lang="zh-CN" altLang="en-US" sz="700" dirty="0">
                <a:solidFill>
                  <a:schemeClr val="bg1"/>
                </a:solidFill>
              </a:rPr>
              <a:t> </a:t>
            </a:r>
            <a:r>
              <a:rPr lang="en-US" altLang="zh-CN" sz="700" dirty="0">
                <a:solidFill>
                  <a:schemeClr val="bg1"/>
                </a:solidFill>
              </a:rPr>
              <a:t>trials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FF425-44FF-9BD3-042A-97E866B33B1C}"/>
              </a:ext>
            </a:extLst>
          </p:cNvPr>
          <p:cNvSpPr txBox="1"/>
          <p:nvPr/>
        </p:nvSpPr>
        <p:spPr>
          <a:xfrm>
            <a:off x="7705828" y="2928091"/>
            <a:ext cx="4695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Iran</a:t>
            </a:r>
          </a:p>
          <a:p>
            <a:pPr algn="ctr"/>
            <a:r>
              <a:rPr lang="en-US" altLang="zh-CN" sz="700" dirty="0">
                <a:solidFill>
                  <a:schemeClr val="bg1"/>
                </a:solidFill>
              </a:rPr>
              <a:t>6</a:t>
            </a:r>
            <a:r>
              <a:rPr lang="zh-CN" altLang="en-US" sz="700" dirty="0">
                <a:solidFill>
                  <a:schemeClr val="bg1"/>
                </a:solidFill>
              </a:rPr>
              <a:t> </a:t>
            </a:r>
            <a:r>
              <a:rPr lang="en-US" altLang="zh-CN" sz="700" dirty="0">
                <a:solidFill>
                  <a:schemeClr val="bg1"/>
                </a:solidFill>
              </a:rPr>
              <a:t>trials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5E5A0A-6173-6CC4-D813-A36CDE1162D9}"/>
              </a:ext>
            </a:extLst>
          </p:cNvPr>
          <p:cNvSpPr txBox="1"/>
          <p:nvPr/>
        </p:nvSpPr>
        <p:spPr>
          <a:xfrm>
            <a:off x="6853740" y="3189701"/>
            <a:ext cx="503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</a:rPr>
              <a:t>Egypt</a:t>
            </a:r>
          </a:p>
          <a:p>
            <a:pPr algn="ctr"/>
            <a:r>
              <a:rPr lang="en-US" altLang="zh-CN" sz="500" dirty="0">
                <a:solidFill>
                  <a:schemeClr val="bg1"/>
                </a:solidFill>
              </a:rPr>
              <a:t>1</a:t>
            </a:r>
            <a:r>
              <a:rPr lang="zh-CN" altLang="en-US" sz="500" dirty="0">
                <a:solidFill>
                  <a:schemeClr val="bg1"/>
                </a:solidFill>
              </a:rPr>
              <a:t> </a:t>
            </a:r>
            <a:r>
              <a:rPr lang="en-US" altLang="zh-CN" sz="500" dirty="0">
                <a:solidFill>
                  <a:schemeClr val="bg1"/>
                </a:solidFill>
              </a:rPr>
              <a:t>trial</a:t>
            </a:r>
            <a:endParaRPr lang="en-US" sz="5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B29945-52A2-1F55-7F87-90B087111FB3}"/>
              </a:ext>
            </a:extLst>
          </p:cNvPr>
          <p:cNvSpPr txBox="1"/>
          <p:nvPr/>
        </p:nvSpPr>
        <p:spPr>
          <a:xfrm>
            <a:off x="9325244" y="2911674"/>
            <a:ext cx="59824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China</a:t>
            </a:r>
          </a:p>
          <a:p>
            <a:pPr algn="ctr"/>
            <a:r>
              <a:rPr lang="en-US" altLang="zh-CN" sz="700" dirty="0"/>
              <a:t>12</a:t>
            </a:r>
            <a:r>
              <a:rPr lang="zh-CN" altLang="en-US" sz="700" dirty="0"/>
              <a:t> </a:t>
            </a:r>
            <a:r>
              <a:rPr lang="en-US" altLang="zh-CN" sz="700" dirty="0"/>
              <a:t>trials</a:t>
            </a:r>
            <a:endParaRPr lang="en-US" sz="7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D98D97-45BD-8073-DB93-D3DB7A9AB3D8}"/>
              </a:ext>
            </a:extLst>
          </p:cNvPr>
          <p:cNvSpPr txBox="1"/>
          <p:nvPr/>
        </p:nvSpPr>
        <p:spPr>
          <a:xfrm>
            <a:off x="4081677" y="4430537"/>
            <a:ext cx="58176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Brazil</a:t>
            </a:r>
          </a:p>
          <a:p>
            <a:pPr algn="ctr"/>
            <a:r>
              <a:rPr lang="en-US" altLang="zh-CN" sz="700" dirty="0"/>
              <a:t>1</a:t>
            </a:r>
            <a:r>
              <a:rPr lang="zh-CN" altLang="en-US" sz="700" dirty="0"/>
              <a:t> </a:t>
            </a:r>
            <a:r>
              <a:rPr lang="en-US" altLang="zh-CN" sz="700" dirty="0"/>
              <a:t>trial</a:t>
            </a:r>
            <a:endParaRPr lang="en-US" sz="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76C391-9FB3-87E5-4C7E-5DCCED770FC9}"/>
              </a:ext>
            </a:extLst>
          </p:cNvPr>
          <p:cNvSpPr txBox="1"/>
          <p:nvPr/>
        </p:nvSpPr>
        <p:spPr>
          <a:xfrm>
            <a:off x="2990506" y="4638286"/>
            <a:ext cx="52091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Peru</a:t>
            </a:r>
          </a:p>
          <a:p>
            <a:pPr algn="ctr"/>
            <a:r>
              <a:rPr lang="en-US" altLang="zh-CN" sz="700" dirty="0"/>
              <a:t>1</a:t>
            </a:r>
            <a:r>
              <a:rPr lang="zh-CN" altLang="en-US" sz="700" dirty="0"/>
              <a:t> </a:t>
            </a:r>
            <a:r>
              <a:rPr lang="en-US" altLang="zh-CN" sz="700" dirty="0"/>
              <a:t>trial</a:t>
            </a:r>
            <a:endParaRPr lang="en-US" sz="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7DB24-6CA7-AD48-F80F-0FAF74A5CD92}"/>
              </a:ext>
            </a:extLst>
          </p:cNvPr>
          <p:cNvSpPr txBox="1"/>
          <p:nvPr/>
        </p:nvSpPr>
        <p:spPr>
          <a:xfrm>
            <a:off x="8617262" y="4430537"/>
            <a:ext cx="81304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Thailand</a:t>
            </a:r>
          </a:p>
          <a:p>
            <a:pPr algn="ctr"/>
            <a:r>
              <a:rPr lang="en-US" altLang="zh-CN" sz="700" dirty="0"/>
              <a:t>1</a:t>
            </a:r>
            <a:r>
              <a:rPr lang="zh-CN" altLang="en-US" sz="700" dirty="0"/>
              <a:t> </a:t>
            </a:r>
            <a:r>
              <a:rPr lang="en-US" altLang="zh-CN" sz="700" dirty="0"/>
              <a:t>trial</a:t>
            </a:r>
            <a:endParaRPr 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639097-5292-4C77-5802-00C8D85343BE}"/>
              </a:ext>
            </a:extLst>
          </p:cNvPr>
          <p:cNvSpPr txBox="1"/>
          <p:nvPr/>
        </p:nvSpPr>
        <p:spPr>
          <a:xfrm>
            <a:off x="10367446" y="3620186"/>
            <a:ext cx="8024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Vietnam</a:t>
            </a:r>
          </a:p>
          <a:p>
            <a:pPr algn="ctr"/>
            <a:r>
              <a:rPr lang="en-US" altLang="zh-CN" sz="700" dirty="0"/>
              <a:t>1</a:t>
            </a:r>
            <a:r>
              <a:rPr lang="zh-CN" altLang="en-US" sz="700" dirty="0"/>
              <a:t> </a:t>
            </a:r>
            <a:r>
              <a:rPr lang="en-US" altLang="zh-CN" sz="700" dirty="0"/>
              <a:t>trial</a:t>
            </a:r>
            <a:endParaRPr lang="en-US" sz="7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80469C6-0121-21D1-64CD-5196F5BB7E66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9816353" y="3827935"/>
            <a:ext cx="551093" cy="44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0C74D43-277F-5306-2CC8-5B12BE2C41E2}"/>
              </a:ext>
            </a:extLst>
          </p:cNvPr>
          <p:cNvCxnSpPr>
            <a:cxnSpLocks/>
          </p:cNvCxnSpPr>
          <p:nvPr/>
        </p:nvCxnSpPr>
        <p:spPr>
          <a:xfrm flipV="1">
            <a:off x="9027932" y="4035684"/>
            <a:ext cx="354193" cy="3948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84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</Words>
  <Application>Microsoft Macintosh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 2013 - 2022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2022-12-27T18:57:10Z</dcterms:created>
  <dcterms:modified xsi:type="dcterms:W3CDTF">2022-12-27T19:05:07Z</dcterms:modified>
</cp:coreProperties>
</file>