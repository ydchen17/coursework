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74" r:id="rId3"/>
    <p:sldId id="265" r:id="rId4"/>
    <p:sldId id="270" r:id="rId5"/>
    <p:sldId id="269" r:id="rId6"/>
    <p:sldId id="259" r:id="rId7"/>
    <p:sldId id="272" r:id="rId8"/>
    <p:sldId id="271" r:id="rId9"/>
    <p:sldId id="267" r:id="rId10"/>
    <p:sldId id="262" r:id="rId11"/>
    <p:sldId id="263"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56"/>
    <p:restoredTop sz="58707"/>
  </p:normalViewPr>
  <p:slideViewPr>
    <p:cSldViewPr snapToGrid="0" snapToObjects="1">
      <p:cViewPr varScale="1">
        <p:scale>
          <a:sx n="72" d="100"/>
          <a:sy n="72" d="100"/>
        </p:scale>
        <p:origin x="27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D4EDE5-A3D3-421E-8E1A-902C62A4AFC4}" type="doc">
      <dgm:prSet loTypeId="urn:microsoft.com/office/officeart/2005/8/layout/bProcess3" loCatId="list" qsTypeId="urn:microsoft.com/office/officeart/2005/8/quickstyle/simple1" qsCatId="simple" csTypeId="urn:microsoft.com/office/officeart/2005/8/colors/colorful5" csCatId="colorful"/>
      <dgm:spPr/>
      <dgm:t>
        <a:bodyPr/>
        <a:lstStyle/>
        <a:p>
          <a:endParaRPr lang="en-US"/>
        </a:p>
      </dgm:t>
    </dgm:pt>
    <dgm:pt modelId="{4BEABD6B-1D0F-464D-9BF5-705C5AE8B78E}">
      <dgm:prSet/>
      <dgm:spPr/>
      <dgm:t>
        <a:bodyPr/>
        <a:lstStyle/>
        <a:p>
          <a:r>
            <a:rPr lang="en-GB" dirty="0"/>
            <a:t>Problem statements</a:t>
          </a:r>
          <a:endParaRPr lang="en-US" dirty="0"/>
        </a:p>
      </dgm:t>
    </dgm:pt>
    <dgm:pt modelId="{59024C86-1AC8-4D2E-B267-8CC0C61394F1}" type="parTrans" cxnId="{BD280D24-C783-409A-9B13-CC4710384CD9}">
      <dgm:prSet/>
      <dgm:spPr/>
      <dgm:t>
        <a:bodyPr/>
        <a:lstStyle/>
        <a:p>
          <a:endParaRPr lang="en-US"/>
        </a:p>
      </dgm:t>
    </dgm:pt>
    <dgm:pt modelId="{FE324F03-9153-4B80-B9F0-0717E62FDF22}" type="sibTrans" cxnId="{BD280D24-C783-409A-9B13-CC4710384CD9}">
      <dgm:prSet/>
      <dgm:spPr/>
      <dgm:t>
        <a:bodyPr/>
        <a:lstStyle/>
        <a:p>
          <a:endParaRPr lang="en-US"/>
        </a:p>
      </dgm:t>
    </dgm:pt>
    <dgm:pt modelId="{6086F267-E1C0-4640-833F-ED6B80BB561B}">
      <dgm:prSet/>
      <dgm:spPr/>
      <dgm:t>
        <a:bodyPr/>
        <a:lstStyle/>
        <a:p>
          <a:r>
            <a:rPr lang="en-GB" dirty="0"/>
            <a:t>Dataset description</a:t>
          </a:r>
          <a:endParaRPr lang="en-US" dirty="0"/>
        </a:p>
      </dgm:t>
    </dgm:pt>
    <dgm:pt modelId="{92F6736B-ADF3-4CE2-845F-1EB12AE3052A}" type="parTrans" cxnId="{D1245B53-2A1B-41FA-92F8-2D38AC85BF4F}">
      <dgm:prSet/>
      <dgm:spPr/>
      <dgm:t>
        <a:bodyPr/>
        <a:lstStyle/>
        <a:p>
          <a:endParaRPr lang="en-US"/>
        </a:p>
      </dgm:t>
    </dgm:pt>
    <dgm:pt modelId="{7A82170E-C116-474A-A9D9-D474BEE1DB9E}" type="sibTrans" cxnId="{D1245B53-2A1B-41FA-92F8-2D38AC85BF4F}">
      <dgm:prSet/>
      <dgm:spPr/>
      <dgm:t>
        <a:bodyPr/>
        <a:lstStyle/>
        <a:p>
          <a:endParaRPr lang="en-US"/>
        </a:p>
      </dgm:t>
    </dgm:pt>
    <dgm:pt modelId="{F352B1E4-0FD6-4351-95DC-437ED730F872}">
      <dgm:prSet/>
      <dgm:spPr/>
      <dgm:t>
        <a:bodyPr/>
        <a:lstStyle/>
        <a:p>
          <a:r>
            <a:rPr lang="en-GB" dirty="0"/>
            <a:t>Data pre-processing</a:t>
          </a:r>
          <a:endParaRPr lang="en-US" dirty="0"/>
        </a:p>
      </dgm:t>
    </dgm:pt>
    <dgm:pt modelId="{7E34E90C-ECD8-4B42-B81E-9F597F76E7DB}" type="parTrans" cxnId="{3144FB56-5C65-4841-89D3-D5C5A5D73F12}">
      <dgm:prSet/>
      <dgm:spPr/>
      <dgm:t>
        <a:bodyPr/>
        <a:lstStyle/>
        <a:p>
          <a:endParaRPr lang="en-US"/>
        </a:p>
      </dgm:t>
    </dgm:pt>
    <dgm:pt modelId="{87E2517B-F681-4D84-8543-4D30FDDDFDD1}" type="sibTrans" cxnId="{3144FB56-5C65-4841-89D3-D5C5A5D73F12}">
      <dgm:prSet/>
      <dgm:spPr/>
      <dgm:t>
        <a:bodyPr/>
        <a:lstStyle/>
        <a:p>
          <a:endParaRPr lang="en-US"/>
        </a:p>
      </dgm:t>
    </dgm:pt>
    <dgm:pt modelId="{38FFED59-0A77-4D40-BCD8-45B13164E7F5}">
      <dgm:prSet/>
      <dgm:spPr/>
      <dgm:t>
        <a:bodyPr/>
        <a:lstStyle/>
        <a:p>
          <a:r>
            <a:rPr lang="en-GB" dirty="0"/>
            <a:t>Model description</a:t>
          </a:r>
          <a:endParaRPr lang="en-US" dirty="0"/>
        </a:p>
      </dgm:t>
    </dgm:pt>
    <dgm:pt modelId="{AC8D9F18-C544-41B8-BC4D-38D59CBAE1EA}" type="parTrans" cxnId="{87FC639F-1F84-48E3-B9CC-840946ACFC97}">
      <dgm:prSet/>
      <dgm:spPr/>
      <dgm:t>
        <a:bodyPr/>
        <a:lstStyle/>
        <a:p>
          <a:endParaRPr lang="en-US"/>
        </a:p>
      </dgm:t>
    </dgm:pt>
    <dgm:pt modelId="{3AF0E930-528E-4EA3-A60A-0433EB9CE942}" type="sibTrans" cxnId="{87FC639F-1F84-48E3-B9CC-840946ACFC97}">
      <dgm:prSet/>
      <dgm:spPr/>
      <dgm:t>
        <a:bodyPr/>
        <a:lstStyle/>
        <a:p>
          <a:endParaRPr lang="en-US"/>
        </a:p>
      </dgm:t>
    </dgm:pt>
    <dgm:pt modelId="{9D111235-B177-49D1-8653-B6C74FA881B3}">
      <dgm:prSet/>
      <dgm:spPr/>
      <dgm:t>
        <a:bodyPr/>
        <a:lstStyle/>
        <a:p>
          <a:r>
            <a:rPr lang="en-GB" dirty="0"/>
            <a:t>Model evaluation</a:t>
          </a:r>
          <a:endParaRPr lang="en-US" dirty="0"/>
        </a:p>
      </dgm:t>
    </dgm:pt>
    <dgm:pt modelId="{E5D5FF35-083E-4D54-9DD3-297C621DDD7C}" type="parTrans" cxnId="{73FFD1E7-74F3-4D0D-8CDD-3A723212167C}">
      <dgm:prSet/>
      <dgm:spPr/>
      <dgm:t>
        <a:bodyPr/>
        <a:lstStyle/>
        <a:p>
          <a:endParaRPr lang="en-US"/>
        </a:p>
      </dgm:t>
    </dgm:pt>
    <dgm:pt modelId="{6D75D810-106C-452C-845E-53DD30432079}" type="sibTrans" cxnId="{73FFD1E7-74F3-4D0D-8CDD-3A723212167C}">
      <dgm:prSet/>
      <dgm:spPr/>
      <dgm:t>
        <a:bodyPr/>
        <a:lstStyle/>
        <a:p>
          <a:endParaRPr lang="en-US"/>
        </a:p>
      </dgm:t>
    </dgm:pt>
    <dgm:pt modelId="{157EC72D-ACF7-43CA-9F57-E3E9AFC1D8B4}">
      <dgm:prSet/>
      <dgm:spPr/>
      <dgm:t>
        <a:bodyPr/>
        <a:lstStyle/>
        <a:p>
          <a:r>
            <a:rPr lang="en-GB"/>
            <a:t>Conclusions</a:t>
          </a:r>
          <a:endParaRPr lang="en-US"/>
        </a:p>
      </dgm:t>
    </dgm:pt>
    <dgm:pt modelId="{253D8305-C7CA-4B4F-8575-2E014B1F5699}" type="parTrans" cxnId="{EB8314E5-EAE0-4EBC-9BA1-3FF470743A1C}">
      <dgm:prSet/>
      <dgm:spPr/>
      <dgm:t>
        <a:bodyPr/>
        <a:lstStyle/>
        <a:p>
          <a:endParaRPr lang="en-US"/>
        </a:p>
      </dgm:t>
    </dgm:pt>
    <dgm:pt modelId="{35A6DEAB-06EF-41F2-87F8-86A56D985638}" type="sibTrans" cxnId="{EB8314E5-EAE0-4EBC-9BA1-3FF470743A1C}">
      <dgm:prSet/>
      <dgm:spPr/>
      <dgm:t>
        <a:bodyPr/>
        <a:lstStyle/>
        <a:p>
          <a:endParaRPr lang="en-US"/>
        </a:p>
      </dgm:t>
    </dgm:pt>
    <dgm:pt modelId="{0D65222A-63BE-425F-9545-A30FB7258334}">
      <dgm:prSet/>
      <dgm:spPr/>
      <dgm:t>
        <a:bodyPr/>
        <a:lstStyle/>
        <a:p>
          <a:r>
            <a:rPr lang="en-GB" dirty="0"/>
            <a:t>Future directions</a:t>
          </a:r>
          <a:endParaRPr lang="en-US" dirty="0"/>
        </a:p>
      </dgm:t>
    </dgm:pt>
    <dgm:pt modelId="{1AD878F5-899C-4EB5-8987-1473221245E4}" type="parTrans" cxnId="{EFA57A9B-A903-4BF4-8E80-A70266408752}">
      <dgm:prSet/>
      <dgm:spPr/>
      <dgm:t>
        <a:bodyPr/>
        <a:lstStyle/>
        <a:p>
          <a:endParaRPr lang="en-US"/>
        </a:p>
      </dgm:t>
    </dgm:pt>
    <dgm:pt modelId="{6E06C97F-32C4-4080-9B22-ECFDB12F2736}" type="sibTrans" cxnId="{EFA57A9B-A903-4BF4-8E80-A70266408752}">
      <dgm:prSet/>
      <dgm:spPr/>
      <dgm:t>
        <a:bodyPr/>
        <a:lstStyle/>
        <a:p>
          <a:endParaRPr lang="en-US"/>
        </a:p>
      </dgm:t>
    </dgm:pt>
    <dgm:pt modelId="{A5E605E8-9EF0-CE4F-8B2C-B3BF14D8B4CD}" type="pres">
      <dgm:prSet presAssocID="{83D4EDE5-A3D3-421E-8E1A-902C62A4AFC4}" presName="Name0" presStyleCnt="0">
        <dgm:presLayoutVars>
          <dgm:dir/>
          <dgm:resizeHandles val="exact"/>
        </dgm:presLayoutVars>
      </dgm:prSet>
      <dgm:spPr/>
    </dgm:pt>
    <dgm:pt modelId="{916B7727-DE47-5F40-928A-981F99A02F41}" type="pres">
      <dgm:prSet presAssocID="{4BEABD6B-1D0F-464D-9BF5-705C5AE8B78E}" presName="node" presStyleLbl="node1" presStyleIdx="0" presStyleCnt="7">
        <dgm:presLayoutVars>
          <dgm:bulletEnabled val="1"/>
        </dgm:presLayoutVars>
      </dgm:prSet>
      <dgm:spPr/>
    </dgm:pt>
    <dgm:pt modelId="{860A53F7-89EC-0546-B1C7-F22F8A5695C1}" type="pres">
      <dgm:prSet presAssocID="{FE324F03-9153-4B80-B9F0-0717E62FDF22}" presName="sibTrans" presStyleLbl="sibTrans1D1" presStyleIdx="0" presStyleCnt="6"/>
      <dgm:spPr/>
    </dgm:pt>
    <dgm:pt modelId="{65616449-BD42-B94F-A976-401B570497F2}" type="pres">
      <dgm:prSet presAssocID="{FE324F03-9153-4B80-B9F0-0717E62FDF22}" presName="connectorText" presStyleLbl="sibTrans1D1" presStyleIdx="0" presStyleCnt="6"/>
      <dgm:spPr/>
    </dgm:pt>
    <dgm:pt modelId="{763FFE38-0154-BF47-B78C-A75817870F83}" type="pres">
      <dgm:prSet presAssocID="{6086F267-E1C0-4640-833F-ED6B80BB561B}" presName="node" presStyleLbl="node1" presStyleIdx="1" presStyleCnt="7">
        <dgm:presLayoutVars>
          <dgm:bulletEnabled val="1"/>
        </dgm:presLayoutVars>
      </dgm:prSet>
      <dgm:spPr/>
    </dgm:pt>
    <dgm:pt modelId="{1781E77E-3041-F342-948E-BD02C36A98F7}" type="pres">
      <dgm:prSet presAssocID="{7A82170E-C116-474A-A9D9-D474BEE1DB9E}" presName="sibTrans" presStyleLbl="sibTrans1D1" presStyleIdx="1" presStyleCnt="6"/>
      <dgm:spPr/>
    </dgm:pt>
    <dgm:pt modelId="{F981F793-D37B-4C45-8483-A85B5EABDEBE}" type="pres">
      <dgm:prSet presAssocID="{7A82170E-C116-474A-A9D9-D474BEE1DB9E}" presName="connectorText" presStyleLbl="sibTrans1D1" presStyleIdx="1" presStyleCnt="6"/>
      <dgm:spPr/>
    </dgm:pt>
    <dgm:pt modelId="{FC69D77C-A852-D740-B496-253285DC1123}" type="pres">
      <dgm:prSet presAssocID="{F352B1E4-0FD6-4351-95DC-437ED730F872}" presName="node" presStyleLbl="node1" presStyleIdx="2" presStyleCnt="7">
        <dgm:presLayoutVars>
          <dgm:bulletEnabled val="1"/>
        </dgm:presLayoutVars>
      </dgm:prSet>
      <dgm:spPr/>
    </dgm:pt>
    <dgm:pt modelId="{088C05A2-BC44-4745-963C-E1C9C0B2D3B6}" type="pres">
      <dgm:prSet presAssocID="{87E2517B-F681-4D84-8543-4D30FDDDFDD1}" presName="sibTrans" presStyleLbl="sibTrans1D1" presStyleIdx="2" presStyleCnt="6"/>
      <dgm:spPr/>
    </dgm:pt>
    <dgm:pt modelId="{AB23759B-CB9F-DD41-B263-52DC5D9C5FFC}" type="pres">
      <dgm:prSet presAssocID="{87E2517B-F681-4D84-8543-4D30FDDDFDD1}" presName="connectorText" presStyleLbl="sibTrans1D1" presStyleIdx="2" presStyleCnt="6"/>
      <dgm:spPr/>
    </dgm:pt>
    <dgm:pt modelId="{D01EB93A-7752-4640-9A63-D38140A27A79}" type="pres">
      <dgm:prSet presAssocID="{38FFED59-0A77-4D40-BCD8-45B13164E7F5}" presName="node" presStyleLbl="node1" presStyleIdx="3" presStyleCnt="7">
        <dgm:presLayoutVars>
          <dgm:bulletEnabled val="1"/>
        </dgm:presLayoutVars>
      </dgm:prSet>
      <dgm:spPr/>
    </dgm:pt>
    <dgm:pt modelId="{73D48807-C577-B946-BA2D-3679546F05F6}" type="pres">
      <dgm:prSet presAssocID="{3AF0E930-528E-4EA3-A60A-0433EB9CE942}" presName="sibTrans" presStyleLbl="sibTrans1D1" presStyleIdx="3" presStyleCnt="6"/>
      <dgm:spPr/>
    </dgm:pt>
    <dgm:pt modelId="{BD7C9E11-9368-A74B-8A56-B666C42EBCD8}" type="pres">
      <dgm:prSet presAssocID="{3AF0E930-528E-4EA3-A60A-0433EB9CE942}" presName="connectorText" presStyleLbl="sibTrans1D1" presStyleIdx="3" presStyleCnt="6"/>
      <dgm:spPr/>
    </dgm:pt>
    <dgm:pt modelId="{30A6339C-9DC4-7D48-969D-EC39D586114F}" type="pres">
      <dgm:prSet presAssocID="{9D111235-B177-49D1-8653-B6C74FA881B3}" presName="node" presStyleLbl="node1" presStyleIdx="4" presStyleCnt="7">
        <dgm:presLayoutVars>
          <dgm:bulletEnabled val="1"/>
        </dgm:presLayoutVars>
      </dgm:prSet>
      <dgm:spPr/>
    </dgm:pt>
    <dgm:pt modelId="{10271F35-1249-2741-B1F0-25D8623F9BC9}" type="pres">
      <dgm:prSet presAssocID="{6D75D810-106C-452C-845E-53DD30432079}" presName="sibTrans" presStyleLbl="sibTrans1D1" presStyleIdx="4" presStyleCnt="6"/>
      <dgm:spPr/>
    </dgm:pt>
    <dgm:pt modelId="{FCACE9AA-1540-F547-887A-93D71B1A420F}" type="pres">
      <dgm:prSet presAssocID="{6D75D810-106C-452C-845E-53DD30432079}" presName="connectorText" presStyleLbl="sibTrans1D1" presStyleIdx="4" presStyleCnt="6"/>
      <dgm:spPr/>
    </dgm:pt>
    <dgm:pt modelId="{37B386BA-A7EC-0B46-BD50-EE0384B8A13A}" type="pres">
      <dgm:prSet presAssocID="{157EC72D-ACF7-43CA-9F57-E3E9AFC1D8B4}" presName="node" presStyleLbl="node1" presStyleIdx="5" presStyleCnt="7">
        <dgm:presLayoutVars>
          <dgm:bulletEnabled val="1"/>
        </dgm:presLayoutVars>
      </dgm:prSet>
      <dgm:spPr/>
    </dgm:pt>
    <dgm:pt modelId="{2B9A507A-1280-DB46-8D8C-4C6622B6F402}" type="pres">
      <dgm:prSet presAssocID="{35A6DEAB-06EF-41F2-87F8-86A56D985638}" presName="sibTrans" presStyleLbl="sibTrans1D1" presStyleIdx="5" presStyleCnt="6"/>
      <dgm:spPr/>
    </dgm:pt>
    <dgm:pt modelId="{6CA85BB4-2658-7E44-989B-053B463FEEFF}" type="pres">
      <dgm:prSet presAssocID="{35A6DEAB-06EF-41F2-87F8-86A56D985638}" presName="connectorText" presStyleLbl="sibTrans1D1" presStyleIdx="5" presStyleCnt="6"/>
      <dgm:spPr/>
    </dgm:pt>
    <dgm:pt modelId="{11573C51-47FA-1746-8C12-D066657FDB84}" type="pres">
      <dgm:prSet presAssocID="{0D65222A-63BE-425F-9545-A30FB7258334}" presName="node" presStyleLbl="node1" presStyleIdx="6" presStyleCnt="7">
        <dgm:presLayoutVars>
          <dgm:bulletEnabled val="1"/>
        </dgm:presLayoutVars>
      </dgm:prSet>
      <dgm:spPr/>
    </dgm:pt>
  </dgm:ptLst>
  <dgm:cxnLst>
    <dgm:cxn modelId="{65DAD404-36BE-2947-94F0-09400818EF7A}" type="presOf" srcId="{6D75D810-106C-452C-845E-53DD30432079}" destId="{FCACE9AA-1540-F547-887A-93D71B1A420F}" srcOrd="1" destOrd="0" presId="urn:microsoft.com/office/officeart/2005/8/layout/bProcess3"/>
    <dgm:cxn modelId="{14F05312-3EDE-7C4F-BF39-F01CD9C7FFF4}" type="presOf" srcId="{FE324F03-9153-4B80-B9F0-0717E62FDF22}" destId="{860A53F7-89EC-0546-B1C7-F22F8A5695C1}" srcOrd="0" destOrd="0" presId="urn:microsoft.com/office/officeart/2005/8/layout/bProcess3"/>
    <dgm:cxn modelId="{BD280D24-C783-409A-9B13-CC4710384CD9}" srcId="{83D4EDE5-A3D3-421E-8E1A-902C62A4AFC4}" destId="{4BEABD6B-1D0F-464D-9BF5-705C5AE8B78E}" srcOrd="0" destOrd="0" parTransId="{59024C86-1AC8-4D2E-B267-8CC0C61394F1}" sibTransId="{FE324F03-9153-4B80-B9F0-0717E62FDF22}"/>
    <dgm:cxn modelId="{40BFA133-B1A0-914E-A9FC-F82F611C6FD6}" type="presOf" srcId="{FE324F03-9153-4B80-B9F0-0717E62FDF22}" destId="{65616449-BD42-B94F-A976-401B570497F2}" srcOrd="1" destOrd="0" presId="urn:microsoft.com/office/officeart/2005/8/layout/bProcess3"/>
    <dgm:cxn modelId="{4204B036-78EC-5D46-8BF3-E9B1CCAEACCF}" type="presOf" srcId="{83D4EDE5-A3D3-421E-8E1A-902C62A4AFC4}" destId="{A5E605E8-9EF0-CE4F-8B2C-B3BF14D8B4CD}" srcOrd="0" destOrd="0" presId="urn:microsoft.com/office/officeart/2005/8/layout/bProcess3"/>
    <dgm:cxn modelId="{D6536837-CA33-EF45-976F-D16CE9796C8C}" type="presOf" srcId="{3AF0E930-528E-4EA3-A60A-0433EB9CE942}" destId="{73D48807-C577-B946-BA2D-3679546F05F6}" srcOrd="0" destOrd="0" presId="urn:microsoft.com/office/officeart/2005/8/layout/bProcess3"/>
    <dgm:cxn modelId="{A0D2DD42-3CBB-5E43-B19E-F0ECBA515FFD}" type="presOf" srcId="{0D65222A-63BE-425F-9545-A30FB7258334}" destId="{11573C51-47FA-1746-8C12-D066657FDB84}" srcOrd="0" destOrd="0" presId="urn:microsoft.com/office/officeart/2005/8/layout/bProcess3"/>
    <dgm:cxn modelId="{AE34FC4B-60C7-494B-AD93-760E3472C960}" type="presOf" srcId="{157EC72D-ACF7-43CA-9F57-E3E9AFC1D8B4}" destId="{37B386BA-A7EC-0B46-BD50-EE0384B8A13A}" srcOrd="0" destOrd="0" presId="urn:microsoft.com/office/officeart/2005/8/layout/bProcess3"/>
    <dgm:cxn modelId="{D1245B53-2A1B-41FA-92F8-2D38AC85BF4F}" srcId="{83D4EDE5-A3D3-421E-8E1A-902C62A4AFC4}" destId="{6086F267-E1C0-4640-833F-ED6B80BB561B}" srcOrd="1" destOrd="0" parTransId="{92F6736B-ADF3-4CE2-845F-1EB12AE3052A}" sibTransId="{7A82170E-C116-474A-A9D9-D474BEE1DB9E}"/>
    <dgm:cxn modelId="{3B3BDB56-2D46-0F44-92B7-D7542B94D38A}" type="presOf" srcId="{F352B1E4-0FD6-4351-95DC-437ED730F872}" destId="{FC69D77C-A852-D740-B496-253285DC1123}" srcOrd="0" destOrd="0" presId="urn:microsoft.com/office/officeart/2005/8/layout/bProcess3"/>
    <dgm:cxn modelId="{3144FB56-5C65-4841-89D3-D5C5A5D73F12}" srcId="{83D4EDE5-A3D3-421E-8E1A-902C62A4AFC4}" destId="{F352B1E4-0FD6-4351-95DC-437ED730F872}" srcOrd="2" destOrd="0" parTransId="{7E34E90C-ECD8-4B42-B81E-9F597F76E7DB}" sibTransId="{87E2517B-F681-4D84-8543-4D30FDDDFDD1}"/>
    <dgm:cxn modelId="{2EB7F987-541B-484B-BCBD-518B11660091}" type="presOf" srcId="{9D111235-B177-49D1-8653-B6C74FA881B3}" destId="{30A6339C-9DC4-7D48-969D-EC39D586114F}" srcOrd="0" destOrd="0" presId="urn:microsoft.com/office/officeart/2005/8/layout/bProcess3"/>
    <dgm:cxn modelId="{ADD34A89-4794-754D-B77B-30EBCC1778A3}" type="presOf" srcId="{35A6DEAB-06EF-41F2-87F8-86A56D985638}" destId="{2B9A507A-1280-DB46-8D8C-4C6622B6F402}" srcOrd="0" destOrd="0" presId="urn:microsoft.com/office/officeart/2005/8/layout/bProcess3"/>
    <dgm:cxn modelId="{EFA57A9B-A903-4BF4-8E80-A70266408752}" srcId="{83D4EDE5-A3D3-421E-8E1A-902C62A4AFC4}" destId="{0D65222A-63BE-425F-9545-A30FB7258334}" srcOrd="6" destOrd="0" parTransId="{1AD878F5-899C-4EB5-8987-1473221245E4}" sibTransId="{6E06C97F-32C4-4080-9B22-ECFDB12F2736}"/>
    <dgm:cxn modelId="{AA50839E-0678-0C42-AAE3-7F236B8977DD}" type="presOf" srcId="{38FFED59-0A77-4D40-BCD8-45B13164E7F5}" destId="{D01EB93A-7752-4640-9A63-D38140A27A79}" srcOrd="0" destOrd="0" presId="urn:microsoft.com/office/officeart/2005/8/layout/bProcess3"/>
    <dgm:cxn modelId="{87FC639F-1F84-48E3-B9CC-840946ACFC97}" srcId="{83D4EDE5-A3D3-421E-8E1A-902C62A4AFC4}" destId="{38FFED59-0A77-4D40-BCD8-45B13164E7F5}" srcOrd="3" destOrd="0" parTransId="{AC8D9F18-C544-41B8-BC4D-38D59CBAE1EA}" sibTransId="{3AF0E930-528E-4EA3-A60A-0433EB9CE942}"/>
    <dgm:cxn modelId="{5C9A15A7-BD95-4B4E-B2D9-9F2E76B50D85}" type="presOf" srcId="{87E2517B-F681-4D84-8543-4D30FDDDFDD1}" destId="{AB23759B-CB9F-DD41-B263-52DC5D9C5FFC}" srcOrd="1" destOrd="0" presId="urn:microsoft.com/office/officeart/2005/8/layout/bProcess3"/>
    <dgm:cxn modelId="{2E8C83AE-EDA9-654D-9EFA-21D31166F5F2}" type="presOf" srcId="{35A6DEAB-06EF-41F2-87F8-86A56D985638}" destId="{6CA85BB4-2658-7E44-989B-053B463FEEFF}" srcOrd="1" destOrd="0" presId="urn:microsoft.com/office/officeart/2005/8/layout/bProcess3"/>
    <dgm:cxn modelId="{32698BB0-BBC9-704C-B520-FB1E1FEFE5D4}" type="presOf" srcId="{4BEABD6B-1D0F-464D-9BF5-705C5AE8B78E}" destId="{916B7727-DE47-5F40-928A-981F99A02F41}" srcOrd="0" destOrd="0" presId="urn:microsoft.com/office/officeart/2005/8/layout/bProcess3"/>
    <dgm:cxn modelId="{DE10D2B6-438E-4449-9486-D3AE0FC6CB69}" type="presOf" srcId="{6D75D810-106C-452C-845E-53DD30432079}" destId="{10271F35-1249-2741-B1F0-25D8623F9BC9}" srcOrd="0" destOrd="0" presId="urn:microsoft.com/office/officeart/2005/8/layout/bProcess3"/>
    <dgm:cxn modelId="{C3F001BA-1481-174A-9DFA-FABA70BA7801}" type="presOf" srcId="{7A82170E-C116-474A-A9D9-D474BEE1DB9E}" destId="{F981F793-D37B-4C45-8483-A85B5EABDEBE}" srcOrd="1" destOrd="0" presId="urn:microsoft.com/office/officeart/2005/8/layout/bProcess3"/>
    <dgm:cxn modelId="{BC3CDED5-5C56-D646-8D2A-3655C5FE5724}" type="presOf" srcId="{7A82170E-C116-474A-A9D9-D474BEE1DB9E}" destId="{1781E77E-3041-F342-948E-BD02C36A98F7}" srcOrd="0" destOrd="0" presId="urn:microsoft.com/office/officeart/2005/8/layout/bProcess3"/>
    <dgm:cxn modelId="{66D45BDF-9E5E-4C4A-BC71-7BF59C60171B}" type="presOf" srcId="{3AF0E930-528E-4EA3-A60A-0433EB9CE942}" destId="{BD7C9E11-9368-A74B-8A56-B666C42EBCD8}" srcOrd="1" destOrd="0" presId="urn:microsoft.com/office/officeart/2005/8/layout/bProcess3"/>
    <dgm:cxn modelId="{EB8314E5-EAE0-4EBC-9BA1-3FF470743A1C}" srcId="{83D4EDE5-A3D3-421E-8E1A-902C62A4AFC4}" destId="{157EC72D-ACF7-43CA-9F57-E3E9AFC1D8B4}" srcOrd="5" destOrd="0" parTransId="{253D8305-C7CA-4B4F-8575-2E014B1F5699}" sibTransId="{35A6DEAB-06EF-41F2-87F8-86A56D985638}"/>
    <dgm:cxn modelId="{E6A025E6-DCDA-E945-B1E9-E87DDD76F7DC}" type="presOf" srcId="{6086F267-E1C0-4640-833F-ED6B80BB561B}" destId="{763FFE38-0154-BF47-B78C-A75817870F83}" srcOrd="0" destOrd="0" presId="urn:microsoft.com/office/officeart/2005/8/layout/bProcess3"/>
    <dgm:cxn modelId="{73FFD1E7-74F3-4D0D-8CDD-3A723212167C}" srcId="{83D4EDE5-A3D3-421E-8E1A-902C62A4AFC4}" destId="{9D111235-B177-49D1-8653-B6C74FA881B3}" srcOrd="4" destOrd="0" parTransId="{E5D5FF35-083E-4D54-9DD3-297C621DDD7C}" sibTransId="{6D75D810-106C-452C-845E-53DD30432079}"/>
    <dgm:cxn modelId="{370F73EB-5F88-AD40-A71B-7F05B00FE0C0}" type="presOf" srcId="{87E2517B-F681-4D84-8543-4D30FDDDFDD1}" destId="{088C05A2-BC44-4745-963C-E1C9C0B2D3B6}" srcOrd="0" destOrd="0" presId="urn:microsoft.com/office/officeart/2005/8/layout/bProcess3"/>
    <dgm:cxn modelId="{78DC4932-25C7-5541-A209-66C4EA73A019}" type="presParOf" srcId="{A5E605E8-9EF0-CE4F-8B2C-B3BF14D8B4CD}" destId="{916B7727-DE47-5F40-928A-981F99A02F41}" srcOrd="0" destOrd="0" presId="urn:microsoft.com/office/officeart/2005/8/layout/bProcess3"/>
    <dgm:cxn modelId="{513534AB-A206-3B43-8C7B-3CB1473C39FB}" type="presParOf" srcId="{A5E605E8-9EF0-CE4F-8B2C-B3BF14D8B4CD}" destId="{860A53F7-89EC-0546-B1C7-F22F8A5695C1}" srcOrd="1" destOrd="0" presId="urn:microsoft.com/office/officeart/2005/8/layout/bProcess3"/>
    <dgm:cxn modelId="{C9417A47-0C49-BA4D-BF3D-53AAFD04410A}" type="presParOf" srcId="{860A53F7-89EC-0546-B1C7-F22F8A5695C1}" destId="{65616449-BD42-B94F-A976-401B570497F2}" srcOrd="0" destOrd="0" presId="urn:microsoft.com/office/officeart/2005/8/layout/bProcess3"/>
    <dgm:cxn modelId="{DD756F7A-1AD6-5D44-95B2-08D3A5772927}" type="presParOf" srcId="{A5E605E8-9EF0-CE4F-8B2C-B3BF14D8B4CD}" destId="{763FFE38-0154-BF47-B78C-A75817870F83}" srcOrd="2" destOrd="0" presId="urn:microsoft.com/office/officeart/2005/8/layout/bProcess3"/>
    <dgm:cxn modelId="{360176F3-4093-0143-B778-6132D0FC2421}" type="presParOf" srcId="{A5E605E8-9EF0-CE4F-8B2C-B3BF14D8B4CD}" destId="{1781E77E-3041-F342-948E-BD02C36A98F7}" srcOrd="3" destOrd="0" presId="urn:microsoft.com/office/officeart/2005/8/layout/bProcess3"/>
    <dgm:cxn modelId="{C19BD6B9-E65C-FC43-965A-5D760F62F0EB}" type="presParOf" srcId="{1781E77E-3041-F342-948E-BD02C36A98F7}" destId="{F981F793-D37B-4C45-8483-A85B5EABDEBE}" srcOrd="0" destOrd="0" presId="urn:microsoft.com/office/officeart/2005/8/layout/bProcess3"/>
    <dgm:cxn modelId="{FCDA198A-E02D-6841-BD6C-2BE953039BA5}" type="presParOf" srcId="{A5E605E8-9EF0-CE4F-8B2C-B3BF14D8B4CD}" destId="{FC69D77C-A852-D740-B496-253285DC1123}" srcOrd="4" destOrd="0" presId="urn:microsoft.com/office/officeart/2005/8/layout/bProcess3"/>
    <dgm:cxn modelId="{9978DA38-7213-6247-B744-3D154E561789}" type="presParOf" srcId="{A5E605E8-9EF0-CE4F-8B2C-B3BF14D8B4CD}" destId="{088C05A2-BC44-4745-963C-E1C9C0B2D3B6}" srcOrd="5" destOrd="0" presId="urn:microsoft.com/office/officeart/2005/8/layout/bProcess3"/>
    <dgm:cxn modelId="{A666C381-F067-DA40-BE3F-5800E7E1C67D}" type="presParOf" srcId="{088C05A2-BC44-4745-963C-E1C9C0B2D3B6}" destId="{AB23759B-CB9F-DD41-B263-52DC5D9C5FFC}" srcOrd="0" destOrd="0" presId="urn:microsoft.com/office/officeart/2005/8/layout/bProcess3"/>
    <dgm:cxn modelId="{AD8F96F8-8EA6-B342-A16F-1707E6A9D012}" type="presParOf" srcId="{A5E605E8-9EF0-CE4F-8B2C-B3BF14D8B4CD}" destId="{D01EB93A-7752-4640-9A63-D38140A27A79}" srcOrd="6" destOrd="0" presId="urn:microsoft.com/office/officeart/2005/8/layout/bProcess3"/>
    <dgm:cxn modelId="{5729D240-3B2E-094F-B793-8B9D814797B7}" type="presParOf" srcId="{A5E605E8-9EF0-CE4F-8B2C-B3BF14D8B4CD}" destId="{73D48807-C577-B946-BA2D-3679546F05F6}" srcOrd="7" destOrd="0" presId="urn:microsoft.com/office/officeart/2005/8/layout/bProcess3"/>
    <dgm:cxn modelId="{90D2B28E-BF88-2448-8E12-FDA47FE7D305}" type="presParOf" srcId="{73D48807-C577-B946-BA2D-3679546F05F6}" destId="{BD7C9E11-9368-A74B-8A56-B666C42EBCD8}" srcOrd="0" destOrd="0" presId="urn:microsoft.com/office/officeart/2005/8/layout/bProcess3"/>
    <dgm:cxn modelId="{3BA985FC-CEA1-1E44-B33C-E8D4E9B56C4F}" type="presParOf" srcId="{A5E605E8-9EF0-CE4F-8B2C-B3BF14D8B4CD}" destId="{30A6339C-9DC4-7D48-969D-EC39D586114F}" srcOrd="8" destOrd="0" presId="urn:microsoft.com/office/officeart/2005/8/layout/bProcess3"/>
    <dgm:cxn modelId="{761F09A6-361B-834C-88EE-A17AF381A969}" type="presParOf" srcId="{A5E605E8-9EF0-CE4F-8B2C-B3BF14D8B4CD}" destId="{10271F35-1249-2741-B1F0-25D8623F9BC9}" srcOrd="9" destOrd="0" presId="urn:microsoft.com/office/officeart/2005/8/layout/bProcess3"/>
    <dgm:cxn modelId="{6A4B5DC2-4396-D840-8967-B985C85A4B2B}" type="presParOf" srcId="{10271F35-1249-2741-B1F0-25D8623F9BC9}" destId="{FCACE9AA-1540-F547-887A-93D71B1A420F}" srcOrd="0" destOrd="0" presId="urn:microsoft.com/office/officeart/2005/8/layout/bProcess3"/>
    <dgm:cxn modelId="{4FECC0F6-3335-9340-B7A5-6689724C25E0}" type="presParOf" srcId="{A5E605E8-9EF0-CE4F-8B2C-B3BF14D8B4CD}" destId="{37B386BA-A7EC-0B46-BD50-EE0384B8A13A}" srcOrd="10" destOrd="0" presId="urn:microsoft.com/office/officeart/2005/8/layout/bProcess3"/>
    <dgm:cxn modelId="{07E1C8A8-5E52-5D46-A405-24979EBA0756}" type="presParOf" srcId="{A5E605E8-9EF0-CE4F-8B2C-B3BF14D8B4CD}" destId="{2B9A507A-1280-DB46-8D8C-4C6622B6F402}" srcOrd="11" destOrd="0" presId="urn:microsoft.com/office/officeart/2005/8/layout/bProcess3"/>
    <dgm:cxn modelId="{C8523782-8B54-E041-883B-CDB0C448200A}" type="presParOf" srcId="{2B9A507A-1280-DB46-8D8C-4C6622B6F402}" destId="{6CA85BB4-2658-7E44-989B-053B463FEEFF}" srcOrd="0" destOrd="0" presId="urn:microsoft.com/office/officeart/2005/8/layout/bProcess3"/>
    <dgm:cxn modelId="{F032D74E-4F5C-784D-BFF3-BBAD8BDAC5A5}" type="presParOf" srcId="{A5E605E8-9EF0-CE4F-8B2C-B3BF14D8B4CD}" destId="{11573C51-47FA-1746-8C12-D066657FDB84}" srcOrd="1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A53F7-89EC-0546-B1C7-F22F8A5695C1}">
      <dsp:nvSpPr>
        <dsp:cNvPr id="0" name=""/>
        <dsp:cNvSpPr/>
      </dsp:nvSpPr>
      <dsp:spPr>
        <a:xfrm>
          <a:off x="2341050" y="1120931"/>
          <a:ext cx="507752" cy="91440"/>
        </a:xfrm>
        <a:custGeom>
          <a:avLst/>
          <a:gdLst/>
          <a:ahLst/>
          <a:cxnLst/>
          <a:rect l="0" t="0" r="0" b="0"/>
          <a:pathLst>
            <a:path>
              <a:moveTo>
                <a:pt x="0" y="45720"/>
              </a:moveTo>
              <a:lnTo>
                <a:pt x="507752"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81468" y="1163959"/>
        <a:ext cx="26917" cy="5383"/>
      </dsp:txXfrm>
    </dsp:sp>
    <dsp:sp modelId="{916B7727-DE47-5F40-928A-981F99A02F41}">
      <dsp:nvSpPr>
        <dsp:cNvPr id="0" name=""/>
        <dsp:cNvSpPr/>
      </dsp:nvSpPr>
      <dsp:spPr>
        <a:xfrm>
          <a:off x="2185" y="464451"/>
          <a:ext cx="2340665" cy="140439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Problem statements</a:t>
          </a:r>
          <a:endParaRPr lang="en-US" sz="2800" kern="1200" dirty="0"/>
        </a:p>
      </dsp:txBody>
      <dsp:txXfrm>
        <a:off x="2185" y="464451"/>
        <a:ext cx="2340665" cy="1404399"/>
      </dsp:txXfrm>
    </dsp:sp>
    <dsp:sp modelId="{1781E77E-3041-F342-948E-BD02C36A98F7}">
      <dsp:nvSpPr>
        <dsp:cNvPr id="0" name=""/>
        <dsp:cNvSpPr/>
      </dsp:nvSpPr>
      <dsp:spPr>
        <a:xfrm>
          <a:off x="5220068" y="1120931"/>
          <a:ext cx="507752" cy="91440"/>
        </a:xfrm>
        <a:custGeom>
          <a:avLst/>
          <a:gdLst/>
          <a:ahLst/>
          <a:cxnLst/>
          <a:rect l="0" t="0" r="0" b="0"/>
          <a:pathLst>
            <a:path>
              <a:moveTo>
                <a:pt x="0" y="45720"/>
              </a:moveTo>
              <a:lnTo>
                <a:pt x="507752" y="45720"/>
              </a:lnTo>
            </a:path>
          </a:pathLst>
        </a:custGeom>
        <a:noFill/>
        <a:ln w="6350" cap="flat" cmpd="sng" algn="ctr">
          <a:solidFill>
            <a:schemeClr val="accent5">
              <a:hueOff val="-303146"/>
              <a:satOff val="135"/>
              <a:lumOff val="-141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60486" y="1163959"/>
        <a:ext cx="26917" cy="5383"/>
      </dsp:txXfrm>
    </dsp:sp>
    <dsp:sp modelId="{763FFE38-0154-BF47-B78C-A75817870F83}">
      <dsp:nvSpPr>
        <dsp:cNvPr id="0" name=""/>
        <dsp:cNvSpPr/>
      </dsp:nvSpPr>
      <dsp:spPr>
        <a:xfrm>
          <a:off x="2881203" y="464451"/>
          <a:ext cx="2340665" cy="1404399"/>
        </a:xfrm>
        <a:prstGeom prst="rect">
          <a:avLst/>
        </a:prstGeom>
        <a:solidFill>
          <a:schemeClr val="accent5">
            <a:hueOff val="-252621"/>
            <a:satOff val="112"/>
            <a:lumOff val="-1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Dataset description</a:t>
          </a:r>
          <a:endParaRPr lang="en-US" sz="2800" kern="1200" dirty="0"/>
        </a:p>
      </dsp:txBody>
      <dsp:txXfrm>
        <a:off x="2881203" y="464451"/>
        <a:ext cx="2340665" cy="1404399"/>
      </dsp:txXfrm>
    </dsp:sp>
    <dsp:sp modelId="{088C05A2-BC44-4745-963C-E1C9C0B2D3B6}">
      <dsp:nvSpPr>
        <dsp:cNvPr id="0" name=""/>
        <dsp:cNvSpPr/>
      </dsp:nvSpPr>
      <dsp:spPr>
        <a:xfrm>
          <a:off x="8099086" y="1120931"/>
          <a:ext cx="507752" cy="91440"/>
        </a:xfrm>
        <a:custGeom>
          <a:avLst/>
          <a:gdLst/>
          <a:ahLst/>
          <a:cxnLst/>
          <a:rect l="0" t="0" r="0" b="0"/>
          <a:pathLst>
            <a:path>
              <a:moveTo>
                <a:pt x="0" y="45720"/>
              </a:moveTo>
              <a:lnTo>
                <a:pt x="507752" y="45720"/>
              </a:lnTo>
            </a:path>
          </a:pathLst>
        </a:custGeom>
        <a:noFill/>
        <a:ln w="6350" cap="flat" cmpd="sng" algn="ctr">
          <a:solidFill>
            <a:schemeClr val="accent5">
              <a:hueOff val="-606292"/>
              <a:satOff val="270"/>
              <a:lumOff val="-282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39504" y="1163959"/>
        <a:ext cx="26917" cy="5383"/>
      </dsp:txXfrm>
    </dsp:sp>
    <dsp:sp modelId="{FC69D77C-A852-D740-B496-253285DC1123}">
      <dsp:nvSpPr>
        <dsp:cNvPr id="0" name=""/>
        <dsp:cNvSpPr/>
      </dsp:nvSpPr>
      <dsp:spPr>
        <a:xfrm>
          <a:off x="5760221" y="464451"/>
          <a:ext cx="2340665" cy="1404399"/>
        </a:xfrm>
        <a:prstGeom prst="rect">
          <a:avLst/>
        </a:prstGeom>
        <a:solidFill>
          <a:schemeClr val="accent5">
            <a:hueOff val="-505243"/>
            <a:satOff val="225"/>
            <a:lumOff val="-23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Data pre-processing</a:t>
          </a:r>
          <a:endParaRPr lang="en-US" sz="2800" kern="1200" dirty="0"/>
        </a:p>
      </dsp:txBody>
      <dsp:txXfrm>
        <a:off x="5760221" y="464451"/>
        <a:ext cx="2340665" cy="1404399"/>
      </dsp:txXfrm>
    </dsp:sp>
    <dsp:sp modelId="{73D48807-C577-B946-BA2D-3679546F05F6}">
      <dsp:nvSpPr>
        <dsp:cNvPr id="0" name=""/>
        <dsp:cNvSpPr/>
      </dsp:nvSpPr>
      <dsp:spPr>
        <a:xfrm>
          <a:off x="1172517" y="1867051"/>
          <a:ext cx="8637054" cy="507752"/>
        </a:xfrm>
        <a:custGeom>
          <a:avLst/>
          <a:gdLst/>
          <a:ahLst/>
          <a:cxnLst/>
          <a:rect l="0" t="0" r="0" b="0"/>
          <a:pathLst>
            <a:path>
              <a:moveTo>
                <a:pt x="8637054" y="0"/>
              </a:moveTo>
              <a:lnTo>
                <a:pt x="8637054" y="270976"/>
              </a:lnTo>
              <a:lnTo>
                <a:pt x="0" y="270976"/>
              </a:lnTo>
              <a:lnTo>
                <a:pt x="0" y="507752"/>
              </a:lnTo>
            </a:path>
          </a:pathLst>
        </a:custGeom>
        <a:noFill/>
        <a:ln w="6350" cap="flat" cmpd="sng" algn="ctr">
          <a:solidFill>
            <a:schemeClr val="accent5">
              <a:hueOff val="-909437"/>
              <a:satOff val="404"/>
              <a:lumOff val="-423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74699" y="2118235"/>
        <a:ext cx="432690" cy="5383"/>
      </dsp:txXfrm>
    </dsp:sp>
    <dsp:sp modelId="{D01EB93A-7752-4640-9A63-D38140A27A79}">
      <dsp:nvSpPr>
        <dsp:cNvPr id="0" name=""/>
        <dsp:cNvSpPr/>
      </dsp:nvSpPr>
      <dsp:spPr>
        <a:xfrm>
          <a:off x="8639239" y="464451"/>
          <a:ext cx="2340665" cy="1404399"/>
        </a:xfrm>
        <a:prstGeom prst="rect">
          <a:avLst/>
        </a:prstGeom>
        <a:solidFill>
          <a:schemeClr val="accent5">
            <a:hueOff val="-757864"/>
            <a:satOff val="337"/>
            <a:lumOff val="-35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Model description</a:t>
          </a:r>
          <a:endParaRPr lang="en-US" sz="2800" kern="1200" dirty="0"/>
        </a:p>
      </dsp:txBody>
      <dsp:txXfrm>
        <a:off x="8639239" y="464451"/>
        <a:ext cx="2340665" cy="1404399"/>
      </dsp:txXfrm>
    </dsp:sp>
    <dsp:sp modelId="{10271F35-1249-2741-B1F0-25D8623F9BC9}">
      <dsp:nvSpPr>
        <dsp:cNvPr id="0" name=""/>
        <dsp:cNvSpPr/>
      </dsp:nvSpPr>
      <dsp:spPr>
        <a:xfrm>
          <a:off x="2341050" y="3063683"/>
          <a:ext cx="507752" cy="91440"/>
        </a:xfrm>
        <a:custGeom>
          <a:avLst/>
          <a:gdLst/>
          <a:ahLst/>
          <a:cxnLst/>
          <a:rect l="0" t="0" r="0" b="0"/>
          <a:pathLst>
            <a:path>
              <a:moveTo>
                <a:pt x="0" y="45720"/>
              </a:moveTo>
              <a:lnTo>
                <a:pt x="507752" y="45720"/>
              </a:lnTo>
            </a:path>
          </a:pathLst>
        </a:custGeom>
        <a:noFill/>
        <a:ln w="6350" cap="flat" cmpd="sng" algn="ctr">
          <a:solidFill>
            <a:schemeClr val="accent5">
              <a:hueOff val="-1212583"/>
              <a:satOff val="539"/>
              <a:lumOff val="-56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81468" y="3106711"/>
        <a:ext cx="26917" cy="5383"/>
      </dsp:txXfrm>
    </dsp:sp>
    <dsp:sp modelId="{30A6339C-9DC4-7D48-969D-EC39D586114F}">
      <dsp:nvSpPr>
        <dsp:cNvPr id="0" name=""/>
        <dsp:cNvSpPr/>
      </dsp:nvSpPr>
      <dsp:spPr>
        <a:xfrm>
          <a:off x="2185" y="2407203"/>
          <a:ext cx="2340665" cy="1404399"/>
        </a:xfrm>
        <a:prstGeom prst="rect">
          <a:avLst/>
        </a:prstGeom>
        <a:solidFill>
          <a:schemeClr val="accent5">
            <a:hueOff val="-1010486"/>
            <a:satOff val="449"/>
            <a:lumOff val="-47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Model evaluation</a:t>
          </a:r>
          <a:endParaRPr lang="en-US" sz="2800" kern="1200" dirty="0"/>
        </a:p>
      </dsp:txBody>
      <dsp:txXfrm>
        <a:off x="2185" y="2407203"/>
        <a:ext cx="2340665" cy="1404399"/>
      </dsp:txXfrm>
    </dsp:sp>
    <dsp:sp modelId="{2B9A507A-1280-DB46-8D8C-4C6622B6F402}">
      <dsp:nvSpPr>
        <dsp:cNvPr id="0" name=""/>
        <dsp:cNvSpPr/>
      </dsp:nvSpPr>
      <dsp:spPr>
        <a:xfrm>
          <a:off x="5220068" y="3063683"/>
          <a:ext cx="507752" cy="91440"/>
        </a:xfrm>
        <a:custGeom>
          <a:avLst/>
          <a:gdLst/>
          <a:ahLst/>
          <a:cxnLst/>
          <a:rect l="0" t="0" r="0" b="0"/>
          <a:pathLst>
            <a:path>
              <a:moveTo>
                <a:pt x="0" y="45720"/>
              </a:moveTo>
              <a:lnTo>
                <a:pt x="507752" y="45720"/>
              </a:lnTo>
            </a:path>
          </a:pathLst>
        </a:custGeom>
        <a:noFill/>
        <a:ln w="6350" cap="flat" cmpd="sng" algn="ctr">
          <a:solidFill>
            <a:schemeClr val="accent5">
              <a:hueOff val="-1515729"/>
              <a:satOff val="674"/>
              <a:lumOff val="-705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60486" y="3106711"/>
        <a:ext cx="26917" cy="5383"/>
      </dsp:txXfrm>
    </dsp:sp>
    <dsp:sp modelId="{37B386BA-A7EC-0B46-BD50-EE0384B8A13A}">
      <dsp:nvSpPr>
        <dsp:cNvPr id="0" name=""/>
        <dsp:cNvSpPr/>
      </dsp:nvSpPr>
      <dsp:spPr>
        <a:xfrm>
          <a:off x="2881203" y="2407203"/>
          <a:ext cx="2340665" cy="1404399"/>
        </a:xfrm>
        <a:prstGeom prst="rect">
          <a:avLst/>
        </a:prstGeom>
        <a:solidFill>
          <a:schemeClr val="accent5">
            <a:hueOff val="-1263107"/>
            <a:satOff val="562"/>
            <a:lumOff val="-58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a:t>Conclusions</a:t>
          </a:r>
          <a:endParaRPr lang="en-US" sz="2800" kern="1200"/>
        </a:p>
      </dsp:txBody>
      <dsp:txXfrm>
        <a:off x="2881203" y="2407203"/>
        <a:ext cx="2340665" cy="1404399"/>
      </dsp:txXfrm>
    </dsp:sp>
    <dsp:sp modelId="{11573C51-47FA-1746-8C12-D066657FDB84}">
      <dsp:nvSpPr>
        <dsp:cNvPr id="0" name=""/>
        <dsp:cNvSpPr/>
      </dsp:nvSpPr>
      <dsp:spPr>
        <a:xfrm>
          <a:off x="5760221" y="2407203"/>
          <a:ext cx="2340665" cy="1404399"/>
        </a:xfrm>
        <a:prstGeom prst="rect">
          <a:avLst/>
        </a:prstGeom>
        <a:solidFill>
          <a:schemeClr val="accent5">
            <a:hueOff val="-1515729"/>
            <a:satOff val="674"/>
            <a:lumOff val="-70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Future directions</a:t>
          </a:r>
          <a:endParaRPr lang="en-US" sz="2800" kern="1200" dirty="0"/>
        </a:p>
      </dsp:txBody>
      <dsp:txXfrm>
        <a:off x="5760221" y="2407203"/>
        <a:ext cx="2340665" cy="1404399"/>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E8A76-3AAC-1C44-9B99-6D1BF7BAA2D3}" type="datetimeFigureOut">
              <a:rPr lang="en-GB" smtClean="0"/>
              <a:t>11/02/2022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0BDE2E-608F-7F43-AE02-005493601665}" type="slidenum">
              <a:rPr lang="en-GB" smtClean="0"/>
              <a:t>‹#›</a:t>
            </a:fld>
            <a:endParaRPr lang="en-GB"/>
          </a:p>
        </p:txBody>
      </p:sp>
    </p:spTree>
    <p:extLst>
      <p:ext uri="{BB962C8B-B14F-4D97-AF65-F5344CB8AC3E}">
        <p14:creationId xmlns:p14="http://schemas.microsoft.com/office/powerpoint/2010/main" val="2459669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Good evening everyone. Today I will make a presentation about my project, which is structure-based deep learning for protein-ligand binding prediction. Here I would like to thank Jingyi and Jingyu who reviewed this presentation. </a:t>
            </a:r>
            <a:endParaRPr lang="en-SG"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90BDE2E-608F-7F43-AE02-005493601665}" type="slidenum">
              <a:rPr lang="en-GB" smtClean="0"/>
              <a:t>1</a:t>
            </a:fld>
            <a:endParaRPr lang="en-GB"/>
          </a:p>
        </p:txBody>
      </p:sp>
    </p:spTree>
    <p:extLst>
      <p:ext uri="{BB962C8B-B14F-4D97-AF65-F5344CB8AC3E}">
        <p14:creationId xmlns:p14="http://schemas.microsoft.com/office/powerpoint/2010/main" val="2093795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first start with some biochemistry background of protein-ligand binding. Here I show a figure that there is a water drop in a leaf. Because the leaf surface is covered by lipid layers, water molecules are repelled by the hydrophobic layers, thus forming a waterdrop. The simple chemistry here is that different atoms and molecules have different degree of attraction to each other, which we call affinity. </a:t>
            </a:r>
            <a:endParaRPr lang="en-SG"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SG"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 on the right we can see a cave in a large protein that harbors a smaller molecules, which can be called a ligand. Ligand has atoms that show high affinity to this pocket-like cave structure due to strong affinity between its specific atoms and the protein substructure. This process is called protein-ligand binding. </a:t>
            </a:r>
            <a:endParaRPr lang="en-SG"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90BDE2E-608F-7F43-AE02-005493601665}" type="slidenum">
              <a:rPr lang="en-GB" smtClean="0"/>
              <a:t>3</a:t>
            </a:fld>
            <a:endParaRPr lang="en-GB"/>
          </a:p>
        </p:txBody>
      </p:sp>
    </p:spTree>
    <p:extLst>
      <p:ext uri="{BB962C8B-B14F-4D97-AF65-F5344CB8AC3E}">
        <p14:creationId xmlns:p14="http://schemas.microsoft.com/office/powerpoint/2010/main" val="3552465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process is important to drug development, which needs to target proteins in the body. However, due to the diversity and complexity of the protein ligand structures, it is hard to understand the binding mechanistically. There are vast amount of known proteins with unknown ligands and known ligands without known proteins in the nature, which could all be of high importance to biomedical research and clinical therapeutics. Thus, there are a number of machine learning and deep learning models developed for this prediction, as shown on the right. As we have mentioned earlier, we will talk about structure-based deep learning approach. </a:t>
            </a:r>
            <a:endParaRPr lang="en-SG"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90BDE2E-608F-7F43-AE02-005493601665}" type="slidenum">
              <a:rPr lang="en-GB" smtClean="0"/>
              <a:t>4</a:t>
            </a:fld>
            <a:endParaRPr lang="en-GB"/>
          </a:p>
        </p:txBody>
      </p:sp>
    </p:spTree>
    <p:extLst>
      <p:ext uri="{BB962C8B-B14F-4D97-AF65-F5344CB8AC3E}">
        <p14:creationId xmlns:p14="http://schemas.microsoft.com/office/powerpoint/2010/main" val="501717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training dataset include 3000 proteins with indices paired ligands. The testing dataset include 824 proteins and 824 ligands, with their interaction not known. Here we visualize them in the right two graphs. The paired protein and ligand seems to be close to each other in the graph while the unpaired are not.</a:t>
            </a:r>
            <a:endParaRPr lang="en-SG"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90BDE2E-608F-7F43-AE02-005493601665}" type="slidenum">
              <a:rPr lang="en-GB" smtClean="0"/>
              <a:t>5</a:t>
            </a:fld>
            <a:endParaRPr lang="en-GB"/>
          </a:p>
        </p:txBody>
      </p:sp>
    </p:spTree>
    <p:extLst>
      <p:ext uri="{BB962C8B-B14F-4D97-AF65-F5344CB8AC3E}">
        <p14:creationId xmlns:p14="http://schemas.microsoft.com/office/powerpoint/2010/main" val="2375741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Since the protein and ligand have diverse atom number, hence input data size. We need to normalize the data. This is achieved with what is called voxelization. First, we centered the protein or ligand in the center of an imagined 256*256 cube. Then we rescale it to 8 times smaller, thus, we have a relatively small 3D input with a fixed data size. This input can be viewed as a 3D image. Thus, the problem of protein-ligand binding can be restructured as a 3D image classification problem. Thus, we can use a 3D CNN to solve this problem, where the hydrophobic and polar attributes of atoms can be considered as two channels of the image, encoded in 1 or -1.</a:t>
            </a:r>
            <a:endParaRPr lang="en-SG"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90BDE2E-608F-7F43-AE02-005493601665}" type="slidenum">
              <a:rPr lang="en-GB" smtClean="0"/>
              <a:t>6</a:t>
            </a:fld>
            <a:endParaRPr lang="en-GB"/>
          </a:p>
        </p:txBody>
      </p:sp>
    </p:spTree>
    <p:extLst>
      <p:ext uri="{BB962C8B-B14F-4D97-AF65-F5344CB8AC3E}">
        <p14:creationId xmlns:p14="http://schemas.microsoft.com/office/powerpoint/2010/main" val="1553016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Since we don’t have ground truth for our test dataset, we need to resample from our training dataset. First, we generated positive and negative pairs by 1:1, and split the new training / testing dataset by 2:1. Then we aims to predict the probability of protein binding of all pairs of possible binding exhaustively. Then for each protein, we select top 10 candidates as our </a:t>
            </a:r>
            <a:r>
              <a:rPr lang="en-US" sz="1200" kern="1200">
                <a:solidFill>
                  <a:schemeClr val="tx1"/>
                </a:solidFill>
                <a:effectLst/>
                <a:latin typeface="+mn-lt"/>
                <a:ea typeface="+mn-ea"/>
                <a:cs typeface="+mn-cs"/>
              </a:rPr>
              <a:t>output.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90BDE2E-608F-7F43-AE02-005493601665}" type="slidenum">
              <a:rPr lang="en-GB" smtClean="0"/>
              <a:t>7</a:t>
            </a:fld>
            <a:endParaRPr lang="en-GB"/>
          </a:p>
        </p:txBody>
      </p:sp>
    </p:spTree>
    <p:extLst>
      <p:ext uri="{BB962C8B-B14F-4D97-AF65-F5344CB8AC3E}">
        <p14:creationId xmlns:p14="http://schemas.microsoft.com/office/powerpoint/2010/main" val="168296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model is described on the right. For each convoluted result, we performed </a:t>
            </a:r>
            <a:r>
              <a:rPr lang="en-US" sz="1200" kern="1200" dirty="0" err="1">
                <a:solidFill>
                  <a:schemeClr val="tx1"/>
                </a:solidFill>
                <a:effectLst/>
                <a:latin typeface="+mn-lt"/>
                <a:ea typeface="+mn-ea"/>
                <a:cs typeface="+mn-cs"/>
              </a:rPr>
              <a:t>maxpooling</a:t>
            </a:r>
            <a:r>
              <a:rPr lang="en-US" sz="1200" kern="1200" dirty="0">
                <a:solidFill>
                  <a:schemeClr val="tx1"/>
                </a:solidFill>
                <a:effectLst/>
                <a:latin typeface="+mn-lt"/>
                <a:ea typeface="+mn-ea"/>
                <a:cs typeface="+mn-cs"/>
              </a:rPr>
              <a:t> for downscaling &amp; removing Invariances, thus the sharpest features of the image can be extracted. We used 3 3D convolutional layers, each followed by a max pooling layer, until the results are flattened and fed into sigmoid activation function for probability prediction.</a:t>
            </a:r>
            <a:endParaRPr lang="en-SG"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90BDE2E-608F-7F43-AE02-005493601665}" type="slidenum">
              <a:rPr lang="en-GB" smtClean="0"/>
              <a:t>8</a:t>
            </a:fld>
            <a:endParaRPr lang="en-GB"/>
          </a:p>
        </p:txBody>
      </p:sp>
    </p:spTree>
    <p:extLst>
      <p:ext uri="{BB962C8B-B14F-4D97-AF65-F5344CB8AC3E}">
        <p14:creationId xmlns:p14="http://schemas.microsoft.com/office/powerpoint/2010/main" val="3890390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use Adam optimizer and binary cross entropy loss in the model, and run it by 50 epochs. The results are shown in the figure. The accuracy gradually became steady at around 92% in the testing dataset. However, it is interesting to notice that the loss goes up, suggesting overfitting.</a:t>
            </a:r>
            <a:endParaRPr lang="en-SG"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90BDE2E-608F-7F43-AE02-005493601665}" type="slidenum">
              <a:rPr lang="en-GB" smtClean="0"/>
              <a:t>9</a:t>
            </a:fld>
            <a:endParaRPr lang="en-GB"/>
          </a:p>
        </p:txBody>
      </p:sp>
    </p:spTree>
    <p:extLst>
      <p:ext uri="{BB962C8B-B14F-4D97-AF65-F5344CB8AC3E}">
        <p14:creationId xmlns:p14="http://schemas.microsoft.com/office/powerpoint/2010/main" val="3473261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also run a previous </a:t>
            </a:r>
            <a:r>
              <a:rPr lang="en-US" sz="1200" kern="1200" dirty="0" err="1">
                <a:solidFill>
                  <a:schemeClr val="tx1"/>
                </a:solidFill>
                <a:effectLst/>
                <a:latin typeface="+mn-lt"/>
                <a:ea typeface="+mn-ea"/>
                <a:cs typeface="+mn-cs"/>
              </a:rPr>
              <a:t>DeepPL</a:t>
            </a:r>
            <a:r>
              <a:rPr lang="en-US" sz="1200" kern="1200" dirty="0">
                <a:solidFill>
                  <a:schemeClr val="tx1"/>
                </a:solidFill>
                <a:effectLst/>
                <a:latin typeface="+mn-lt"/>
                <a:ea typeface="+mn-ea"/>
                <a:cs typeface="+mn-cs"/>
              </a:rPr>
              <a:t> model on </a:t>
            </a:r>
            <a:r>
              <a:rPr lang="en-US" sz="1200" kern="1200" dirty="0" err="1">
                <a:solidFill>
                  <a:schemeClr val="tx1"/>
                </a:solidFill>
                <a:effectLst/>
                <a:latin typeface="+mn-lt"/>
                <a:ea typeface="+mn-ea"/>
                <a:cs typeface="+mn-cs"/>
              </a:rPr>
              <a:t>Github</a:t>
            </a:r>
            <a:r>
              <a:rPr lang="en-US" sz="1200" kern="1200" dirty="0">
                <a:solidFill>
                  <a:schemeClr val="tx1"/>
                </a:solidFill>
                <a:effectLst/>
                <a:latin typeface="+mn-lt"/>
                <a:ea typeface="+mn-ea"/>
                <a:cs typeface="+mn-cs"/>
              </a:rPr>
              <a:t>, which uses a series of more advanced layers to the model, including dropout, batch normalization and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as shown above. The model can reach an accuracy of 94% in the end and trains much faster than my model.</a:t>
            </a:r>
            <a:endParaRPr lang="en-SG"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90BDE2E-608F-7F43-AE02-005493601665}" type="slidenum">
              <a:rPr lang="en-GB" smtClean="0"/>
              <a:t>10</a:t>
            </a:fld>
            <a:endParaRPr lang="en-GB"/>
          </a:p>
        </p:txBody>
      </p:sp>
    </p:spTree>
    <p:extLst>
      <p:ext uri="{BB962C8B-B14F-4D97-AF65-F5344CB8AC3E}">
        <p14:creationId xmlns:p14="http://schemas.microsoft.com/office/powerpoint/2010/main" val="2687045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Thus, we can propose our top 10 candidates with the testing data, after we used the training dataset for further cross-validation within itself. As shown in the heatmap, the accuracy is always above 93% for these models. This suggests that we can have confident results in the testing dataset. So here is the output of the two models. Here we highlighted what are the same for each protein. Overall, the two models produce high similar model, which should be close the ground truth.</a:t>
            </a:r>
            <a:endParaRPr lang="en-SG"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90BDE2E-608F-7F43-AE02-005493601665}" type="slidenum">
              <a:rPr lang="en-GB" smtClean="0"/>
              <a:t>11</a:t>
            </a:fld>
            <a:endParaRPr lang="en-GB"/>
          </a:p>
        </p:txBody>
      </p:sp>
    </p:spTree>
    <p:extLst>
      <p:ext uri="{BB962C8B-B14F-4D97-AF65-F5344CB8AC3E}">
        <p14:creationId xmlns:p14="http://schemas.microsoft.com/office/powerpoint/2010/main" val="911714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90BDE2E-608F-7F43-AE02-005493601665}" type="slidenum">
              <a:rPr lang="en-GB" smtClean="0"/>
              <a:t>12</a:t>
            </a:fld>
            <a:endParaRPr lang="en-GB"/>
          </a:p>
        </p:txBody>
      </p:sp>
    </p:spTree>
    <p:extLst>
      <p:ext uri="{BB962C8B-B14F-4D97-AF65-F5344CB8AC3E}">
        <p14:creationId xmlns:p14="http://schemas.microsoft.com/office/powerpoint/2010/main" val="2119279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BDA57994-21C1-2547-9117-19C13B6CE270}" type="datetime1">
              <a:rPr lang="en-SG" smtClean="0"/>
              <a:t>11/2/22</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lvl1pPr>
              <a:defRPr sz="2400"/>
            </a:lvl1pPr>
          </a:lstStyle>
          <a:p>
            <a:fld id="{73B850FF-6169-4056-8077-06FFA93A5366}" type="slidenum">
              <a:rPr lang="en-SG" smtClean="0"/>
              <a:pPr/>
              <a:t>‹#›</a:t>
            </a:fld>
            <a:endParaRPr lang="en-SG" dirty="0"/>
          </a:p>
        </p:txBody>
      </p:sp>
    </p:spTree>
    <p:extLst>
      <p:ext uri="{BB962C8B-B14F-4D97-AF65-F5344CB8AC3E}">
        <p14:creationId xmlns:p14="http://schemas.microsoft.com/office/powerpoint/2010/main" val="344525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1469A9E2-3B17-7646-9614-37C95C08D412}" type="datetime1">
              <a:rPr lang="en-SG" smtClean="0"/>
              <a:t>11/2/22</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74886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522D358F-061F-2C43-9D02-4DA56B8A9FB8}" type="datetime1">
              <a:rPr lang="en-SG" smtClean="0"/>
              <a:t>11/2/22</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3346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420BA87C-8F6C-F041-90FA-1E2F16434078}" type="datetime1">
              <a:rPr lang="en-SG" smtClean="0"/>
              <a:t>11/2/22</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30190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884D567B-8D2C-F24E-929E-F4A716A6C12E}" type="datetime1">
              <a:rPr lang="en-SG" smtClean="0"/>
              <a:t>11/2/22</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6330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CFA40197-0818-B14C-889F-4132B490E5EF}" type="datetime1">
              <a:rPr lang="en-SG" smtClean="0"/>
              <a:t>11/2/22</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5595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71A16755-0E40-C84B-84CD-538A6007C8EB}" type="datetime1">
              <a:rPr lang="en-SG" smtClean="0"/>
              <a:t>11/2/22</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25302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BB2D4CC0-030E-044F-9D5A-AA23AAC7C0EE}" type="datetime1">
              <a:rPr lang="en-SG" smtClean="0"/>
              <a:t>11/2/22</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15865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A0CAF3BA-D5B3-D64D-B77B-8206F3CC32C4}" type="datetime1">
              <a:rPr lang="en-SG" smtClean="0"/>
              <a:t>11/2/22</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4568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66FE3F70-57CE-EE4B-82F8-38889A95444A}" type="datetime1">
              <a:rPr lang="en-SG" smtClean="0"/>
              <a:t>11/2/22</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01736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74B21DFF-3762-8D40-A502-EB39F5D0E263}" type="datetime1">
              <a:rPr lang="en-SG" smtClean="0"/>
              <a:t>11/2/22</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19039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993AD41E-D4C1-694A-B5CC-9BBFDC9359C3}" type="datetime1">
              <a:rPr lang="en-SG" smtClean="0"/>
              <a:t>11/2/22</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24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SG" smtClean="0"/>
              <a:pPr/>
              <a:t>‹#›</a:t>
            </a:fld>
            <a:endParaRPr lang="en-SG" dirty="0"/>
          </a:p>
        </p:txBody>
      </p:sp>
    </p:spTree>
    <p:extLst>
      <p:ext uri="{BB962C8B-B14F-4D97-AF65-F5344CB8AC3E}">
        <p14:creationId xmlns:p14="http://schemas.microsoft.com/office/powerpoint/2010/main" val="246871896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ftr="0" dt="0"/>
  <p:txStyles>
    <p:titleStyle>
      <a:lvl1pPr algn="l" defTabSz="914400" rtl="0" eaLnBrk="1" latinLnBrk="0" hangingPunct="1">
        <a:lnSpc>
          <a:spcPct val="100000"/>
        </a:lnSpc>
        <a:spcBef>
          <a:spcPct val="0"/>
        </a:spcBef>
        <a:buNone/>
        <a:defRPr sz="4400" kern="1200">
          <a:solidFill>
            <a:schemeClr val="tx2"/>
          </a:solidFill>
          <a:latin typeface="Rockwell" panose="02060603020205020403" pitchFamily="18" charset="77"/>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Rockwell" panose="02060603020205020403" pitchFamily="18" charset="77"/>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Rockwell" panose="02060603020205020403" pitchFamily="18" charset="77"/>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Rockwell" panose="02060603020205020403" pitchFamily="18" charset="77"/>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Rockwell" panose="02060603020205020403" pitchFamily="18" charset="77"/>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Rockwell" panose="02060603020205020403" pitchFamily="18"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https://journals.plos.org/ploscompbiol/article/file?id=10.1371/journal.pcbi.1006718.g001&amp;type=larg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4" name="Rectangle 222">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65" name="Rectangle 224">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66" name="Video 265">
            <a:extLst>
              <a:ext uri="{FF2B5EF4-FFF2-40B4-BE49-F238E27FC236}">
                <a16:creationId xmlns:a16="http://schemas.microsoft.com/office/drawing/2014/main" id="{F8ED5C8E-A02E-4563-95BD-DC3B1500969A}"/>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alphaModFix/>
          </a:blip>
          <a:srcRect r="-1" b="278"/>
          <a:stretch/>
        </p:blipFill>
        <p:spPr>
          <a:xfrm>
            <a:off x="20" y="10"/>
            <a:ext cx="12188932" cy="6856614"/>
          </a:xfrm>
          <a:prstGeom prst="rect">
            <a:avLst/>
          </a:prstGeom>
        </p:spPr>
      </p:pic>
      <p:sp>
        <p:nvSpPr>
          <p:cNvPr id="267" name="Rectangle 226">
            <a:extLst>
              <a:ext uri="{FF2B5EF4-FFF2-40B4-BE49-F238E27FC236}">
                <a16:creationId xmlns:a16="http://schemas.microsoft.com/office/drawing/2014/main" id="{16F61E84-9DCA-4F22-94BC-C901DB4999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8" name="Top Left">
            <a:extLst>
              <a:ext uri="{FF2B5EF4-FFF2-40B4-BE49-F238E27FC236}">
                <a16:creationId xmlns:a16="http://schemas.microsoft.com/office/drawing/2014/main" id="{76A80126-9AD6-4B06-A2B4-E80D49DCB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 y="1"/>
            <a:ext cx="6711876" cy="4495800"/>
            <a:chOff x="-16788" y="0"/>
            <a:chExt cx="9475836" cy="6347177"/>
          </a:xfrm>
        </p:grpSpPr>
        <p:sp>
          <p:nvSpPr>
            <p:cNvPr id="269" name="Freeform: Shape 229">
              <a:extLst>
                <a:ext uri="{FF2B5EF4-FFF2-40B4-BE49-F238E27FC236}">
                  <a16:creationId xmlns:a16="http://schemas.microsoft.com/office/drawing/2014/main" id="{C91CE592-76CC-4C5D-B63C-C492B204E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00" y="22951"/>
              <a:ext cx="9345148" cy="6324226"/>
            </a:xfrm>
            <a:custGeom>
              <a:avLst/>
              <a:gdLst>
                <a:gd name="connsiteX0" fmla="*/ 0 w 7097124"/>
                <a:gd name="connsiteY0" fmla="*/ 3198971 h 4802900"/>
                <a:gd name="connsiteX1" fmla="*/ 219837 w 7097124"/>
                <a:gd name="connsiteY1" fmla="*/ 3452527 h 4802900"/>
                <a:gd name="connsiteX2" fmla="*/ 399288 w 7097124"/>
                <a:gd name="connsiteY2" fmla="*/ 3536347 h 4802900"/>
                <a:gd name="connsiteX3" fmla="*/ 744188 w 7097124"/>
                <a:gd name="connsiteY3" fmla="*/ 3536347 h 4802900"/>
                <a:gd name="connsiteX4" fmla="*/ 981456 w 7097124"/>
                <a:gd name="connsiteY4" fmla="*/ 3536347 h 4802900"/>
                <a:gd name="connsiteX5" fmla="*/ 1116997 w 7097124"/>
                <a:gd name="connsiteY5" fmla="*/ 3620167 h 4802900"/>
                <a:gd name="connsiteX6" fmla="*/ 1236631 w 7097124"/>
                <a:gd name="connsiteY6" fmla="*/ 3765804 h 4802900"/>
                <a:gd name="connsiteX7" fmla="*/ 1378172 w 7097124"/>
                <a:gd name="connsiteY7" fmla="*/ 3987260 h 4802900"/>
                <a:gd name="connsiteX8" fmla="*/ 1545622 w 7097124"/>
                <a:gd name="connsiteY8" fmla="*/ 4340352 h 4802900"/>
                <a:gd name="connsiteX9" fmla="*/ 1697165 w 7097124"/>
                <a:gd name="connsiteY9" fmla="*/ 4615625 h 4802900"/>
                <a:gd name="connsiteX10" fmla="*/ 1800892 w 7097124"/>
                <a:gd name="connsiteY10" fmla="*/ 4719352 h 4802900"/>
                <a:gd name="connsiteX11" fmla="*/ 2205609 w 7097124"/>
                <a:gd name="connsiteY11" fmla="*/ 4765262 h 4802900"/>
                <a:gd name="connsiteX12" fmla="*/ 2658237 w 7097124"/>
                <a:gd name="connsiteY12" fmla="*/ 4721352 h 4802900"/>
                <a:gd name="connsiteX13" fmla="*/ 2825686 w 7097124"/>
                <a:gd name="connsiteY13" fmla="*/ 4701445 h 4802900"/>
                <a:gd name="connsiteX14" fmla="*/ 3124772 w 7097124"/>
                <a:gd name="connsiteY14" fmla="*/ 4759262 h 4802900"/>
                <a:gd name="connsiteX15" fmla="*/ 3435858 w 7097124"/>
                <a:gd name="connsiteY15" fmla="*/ 4801172 h 4802900"/>
                <a:gd name="connsiteX16" fmla="*/ 3718941 w 7097124"/>
                <a:gd name="connsiteY16" fmla="*/ 4775264 h 4802900"/>
                <a:gd name="connsiteX17" fmla="*/ 3992118 w 7097124"/>
                <a:gd name="connsiteY17" fmla="*/ 4619625 h 4802900"/>
                <a:gd name="connsiteX18" fmla="*/ 4219385 w 7097124"/>
                <a:gd name="connsiteY18" fmla="*/ 4408170 h 4802900"/>
                <a:gd name="connsiteX19" fmla="*/ 4564285 w 7097124"/>
                <a:gd name="connsiteY19" fmla="*/ 4031171 h 4802900"/>
                <a:gd name="connsiteX20" fmla="*/ 4871371 w 7097124"/>
                <a:gd name="connsiteY20" fmla="*/ 3694081 h 4802900"/>
                <a:gd name="connsiteX21" fmla="*/ 5292090 w 7097124"/>
                <a:gd name="connsiteY21" fmla="*/ 3241262 h 4802900"/>
                <a:gd name="connsiteX22" fmla="*/ 5551265 w 7097124"/>
                <a:gd name="connsiteY22" fmla="*/ 2874169 h 4802900"/>
                <a:gd name="connsiteX23" fmla="*/ 5788533 w 7097124"/>
                <a:gd name="connsiteY23" fmla="*/ 2409349 h 4802900"/>
                <a:gd name="connsiteX24" fmla="*/ 5959983 w 7097124"/>
                <a:gd name="connsiteY24" fmla="*/ 2106168 h 4802900"/>
                <a:gd name="connsiteX25" fmla="*/ 6209252 w 7097124"/>
                <a:gd name="connsiteY25" fmla="*/ 1872806 h 4802900"/>
                <a:gd name="connsiteX26" fmla="*/ 6510338 w 7097124"/>
                <a:gd name="connsiteY26" fmla="*/ 1613440 h 4802900"/>
                <a:gd name="connsiteX27" fmla="*/ 6779514 w 7097124"/>
                <a:gd name="connsiteY27" fmla="*/ 1344168 h 4802900"/>
                <a:gd name="connsiteX28" fmla="*/ 6994874 w 7097124"/>
                <a:gd name="connsiteY28" fmla="*/ 987076 h 4802900"/>
                <a:gd name="connsiteX29" fmla="*/ 7094601 w 7097124"/>
                <a:gd name="connsiteY29" fmla="*/ 685895 h 4802900"/>
                <a:gd name="connsiteX30" fmla="*/ 6947059 w 7097124"/>
                <a:gd name="connsiteY30" fmla="*/ 227076 h 4802900"/>
                <a:gd name="connsiteX31" fmla="*/ 6739128 w 7097124"/>
                <a:gd name="connsiteY31" fmla="*/ 0 h 48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097124" h="4802900">
                  <a:moveTo>
                    <a:pt x="0" y="3198971"/>
                  </a:moveTo>
                  <a:cubicBezTo>
                    <a:pt x="32385" y="3249454"/>
                    <a:pt x="174403" y="3413570"/>
                    <a:pt x="219837" y="3452527"/>
                  </a:cubicBezTo>
                  <a:cubicBezTo>
                    <a:pt x="270701" y="3496151"/>
                    <a:pt x="333756" y="3521869"/>
                    <a:pt x="399288" y="3536347"/>
                  </a:cubicBezTo>
                  <a:cubicBezTo>
                    <a:pt x="512254" y="3561207"/>
                    <a:pt x="629222" y="3550634"/>
                    <a:pt x="744188" y="3536347"/>
                  </a:cubicBezTo>
                  <a:cubicBezTo>
                    <a:pt x="823817" y="3526441"/>
                    <a:pt x="905066" y="3513201"/>
                    <a:pt x="981456" y="3536347"/>
                  </a:cubicBezTo>
                  <a:cubicBezTo>
                    <a:pt x="1032986" y="3551968"/>
                    <a:pt x="1077944" y="3582924"/>
                    <a:pt x="1116997" y="3620167"/>
                  </a:cubicBezTo>
                  <a:cubicBezTo>
                    <a:pt x="1162526" y="3663601"/>
                    <a:pt x="1200245" y="3714369"/>
                    <a:pt x="1236631" y="3765804"/>
                  </a:cubicBezTo>
                  <a:cubicBezTo>
                    <a:pt x="1287304" y="3837337"/>
                    <a:pt x="1336167" y="3910298"/>
                    <a:pt x="1378172" y="3987260"/>
                  </a:cubicBezTo>
                  <a:cubicBezTo>
                    <a:pt x="1440656" y="4101560"/>
                    <a:pt x="1491425" y="4221766"/>
                    <a:pt x="1545622" y="4340352"/>
                  </a:cubicBezTo>
                  <a:cubicBezTo>
                    <a:pt x="1589342" y="4435888"/>
                    <a:pt x="1636014" y="4530376"/>
                    <a:pt x="1697165" y="4615625"/>
                  </a:cubicBezTo>
                  <a:cubicBezTo>
                    <a:pt x="1726025" y="4655820"/>
                    <a:pt x="1759553" y="4692396"/>
                    <a:pt x="1800892" y="4719352"/>
                  </a:cubicBezTo>
                  <a:cubicBezTo>
                    <a:pt x="1917097" y="4795076"/>
                    <a:pt x="2065592" y="4776121"/>
                    <a:pt x="2205609" y="4765262"/>
                  </a:cubicBezTo>
                  <a:cubicBezTo>
                    <a:pt x="2356866" y="4753452"/>
                    <a:pt x="2508599" y="4746117"/>
                    <a:pt x="2658237" y="4721352"/>
                  </a:cubicBezTo>
                  <a:cubicBezTo>
                    <a:pt x="2713863" y="4712208"/>
                    <a:pt x="2769394" y="4701445"/>
                    <a:pt x="2825686" y="4701445"/>
                  </a:cubicBezTo>
                  <a:cubicBezTo>
                    <a:pt x="2927509" y="4701254"/>
                    <a:pt x="3025331" y="4736116"/>
                    <a:pt x="3124772" y="4759262"/>
                  </a:cubicBezTo>
                  <a:cubicBezTo>
                    <a:pt x="3226880" y="4782979"/>
                    <a:pt x="3331083" y="4796219"/>
                    <a:pt x="3435858" y="4801172"/>
                  </a:cubicBezTo>
                  <a:cubicBezTo>
                    <a:pt x="3531394" y="4805648"/>
                    <a:pt x="3627692" y="4802886"/>
                    <a:pt x="3718941" y="4775264"/>
                  </a:cubicBezTo>
                  <a:cubicBezTo>
                    <a:pt x="3820001" y="4744593"/>
                    <a:pt x="3909441" y="4685824"/>
                    <a:pt x="3992118" y="4619625"/>
                  </a:cubicBezTo>
                  <a:cubicBezTo>
                    <a:pt x="4072985" y="4554951"/>
                    <a:pt x="4147376" y="4482656"/>
                    <a:pt x="4219385" y="4408170"/>
                  </a:cubicBezTo>
                  <a:cubicBezTo>
                    <a:pt x="4337780" y="4285679"/>
                    <a:pt x="4450937" y="4158234"/>
                    <a:pt x="4564285" y="4031171"/>
                  </a:cubicBezTo>
                  <a:cubicBezTo>
                    <a:pt x="4665536" y="3917728"/>
                    <a:pt x="4767072" y="3804666"/>
                    <a:pt x="4871371" y="3694081"/>
                  </a:cubicBezTo>
                  <a:cubicBezTo>
                    <a:pt x="5012722" y="3544062"/>
                    <a:pt x="5160455" y="3399854"/>
                    <a:pt x="5292090" y="3241262"/>
                  </a:cubicBezTo>
                  <a:cubicBezTo>
                    <a:pt x="5387912" y="3125819"/>
                    <a:pt x="5474970" y="3003328"/>
                    <a:pt x="5551265" y="2874169"/>
                  </a:cubicBezTo>
                  <a:cubicBezTo>
                    <a:pt x="5639848" y="2724341"/>
                    <a:pt x="5714524" y="2566987"/>
                    <a:pt x="5788533" y="2409349"/>
                  </a:cubicBezTo>
                  <a:cubicBezTo>
                    <a:pt x="5838064" y="2303812"/>
                    <a:pt x="5887593" y="2197322"/>
                    <a:pt x="5959983" y="2106168"/>
                  </a:cubicBezTo>
                  <a:cubicBezTo>
                    <a:pt x="6030945" y="2016824"/>
                    <a:pt x="6121051" y="1945481"/>
                    <a:pt x="6209252" y="1872806"/>
                  </a:cubicBezTo>
                  <a:cubicBezTo>
                    <a:pt x="6311456" y="1788509"/>
                    <a:pt x="6410897" y="1701070"/>
                    <a:pt x="6510338" y="1613440"/>
                  </a:cubicBezTo>
                  <a:cubicBezTo>
                    <a:pt x="6605874" y="1529334"/>
                    <a:pt x="6700076" y="1443419"/>
                    <a:pt x="6779514" y="1344168"/>
                  </a:cubicBezTo>
                  <a:cubicBezTo>
                    <a:pt x="6866573" y="1235393"/>
                    <a:pt x="6933248" y="1112139"/>
                    <a:pt x="6994874" y="987076"/>
                  </a:cubicBezTo>
                  <a:cubicBezTo>
                    <a:pt x="7042118" y="891159"/>
                    <a:pt x="7084219" y="792004"/>
                    <a:pt x="7094601" y="685895"/>
                  </a:cubicBezTo>
                  <a:cubicBezTo>
                    <a:pt x="7110699" y="520732"/>
                    <a:pt x="7048405" y="359093"/>
                    <a:pt x="6947059" y="227076"/>
                  </a:cubicBezTo>
                  <a:cubicBezTo>
                    <a:pt x="6861430" y="115538"/>
                    <a:pt x="6739128" y="0"/>
                    <a:pt x="6739128" y="0"/>
                  </a:cubicBezTo>
                </a:path>
              </a:pathLst>
            </a:custGeom>
            <a:noFill/>
            <a:ln w="12700" cap="rnd">
              <a:solidFill>
                <a:schemeClr val="bg2">
                  <a:alpha val="24000"/>
                </a:schemeClr>
              </a:solidFill>
              <a:prstDash val="lgDash"/>
              <a:round/>
            </a:ln>
          </p:spPr>
          <p:txBody>
            <a:bodyPr rtlCol="0" anchor="ctr"/>
            <a:lstStyle/>
            <a:p>
              <a:endParaRPr lang="en-US"/>
            </a:p>
          </p:txBody>
        </p:sp>
        <p:sp>
          <p:nvSpPr>
            <p:cNvPr id="270" name="Freeform: Shape 230">
              <a:extLst>
                <a:ext uri="{FF2B5EF4-FFF2-40B4-BE49-F238E27FC236}">
                  <a16:creationId xmlns:a16="http://schemas.microsoft.com/office/drawing/2014/main" id="{6D0FD994-79C9-4249-8397-92B364FFB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540" y="12542"/>
              <a:ext cx="9121489" cy="6188666"/>
            </a:xfrm>
            <a:custGeom>
              <a:avLst/>
              <a:gdLst>
                <a:gd name="connsiteX0" fmla="*/ 0 w 6891548"/>
                <a:gd name="connsiteY0" fmla="*/ 2860739 h 4699949"/>
                <a:gd name="connsiteX1" fmla="*/ 175451 w 6891548"/>
                <a:gd name="connsiteY1" fmla="*/ 3155252 h 4699949"/>
                <a:gd name="connsiteX2" fmla="*/ 341567 w 6891548"/>
                <a:gd name="connsiteY2" fmla="*/ 3294888 h 4699949"/>
                <a:gd name="connsiteX3" fmla="*/ 557594 w 6891548"/>
                <a:gd name="connsiteY3" fmla="*/ 3336417 h 4699949"/>
                <a:gd name="connsiteX4" fmla="*/ 753618 w 6891548"/>
                <a:gd name="connsiteY4" fmla="*/ 3278220 h 4699949"/>
                <a:gd name="connsiteX5" fmla="*/ 858298 w 6891548"/>
                <a:gd name="connsiteY5" fmla="*/ 3151918 h 4699949"/>
                <a:gd name="connsiteX6" fmla="*/ 846677 w 6891548"/>
                <a:gd name="connsiteY6" fmla="*/ 2907506 h 4699949"/>
                <a:gd name="connsiteX7" fmla="*/ 808482 w 6891548"/>
                <a:gd name="connsiteY7" fmla="*/ 2648141 h 4699949"/>
                <a:gd name="connsiteX8" fmla="*/ 785241 w 6891548"/>
                <a:gd name="connsiteY8" fmla="*/ 2513457 h 4699949"/>
                <a:gd name="connsiteX9" fmla="*/ 785241 w 6891548"/>
                <a:gd name="connsiteY9" fmla="*/ 2408682 h 4699949"/>
                <a:gd name="connsiteX10" fmla="*/ 908209 w 6891548"/>
                <a:gd name="connsiteY10" fmla="*/ 2310575 h 4699949"/>
                <a:gd name="connsiteX11" fmla="*/ 1089279 w 6891548"/>
                <a:gd name="connsiteY11" fmla="*/ 2325529 h 4699949"/>
                <a:gd name="connsiteX12" fmla="*/ 1198912 w 6891548"/>
                <a:gd name="connsiteY12" fmla="*/ 2410301 h 4699949"/>
                <a:gd name="connsiteX13" fmla="*/ 1252061 w 6891548"/>
                <a:gd name="connsiteY13" fmla="*/ 2638044 h 4699949"/>
                <a:gd name="connsiteX14" fmla="*/ 1147382 w 6891548"/>
                <a:gd name="connsiteY14" fmla="*/ 2968847 h 4699949"/>
                <a:gd name="connsiteX15" fmla="*/ 1115854 w 6891548"/>
                <a:gd name="connsiteY15" fmla="*/ 3194971 h 4699949"/>
                <a:gd name="connsiteX16" fmla="*/ 1215580 w 6891548"/>
                <a:gd name="connsiteY16" fmla="*/ 3447669 h 4699949"/>
                <a:gd name="connsiteX17" fmla="*/ 1396651 w 6891548"/>
                <a:gd name="connsiteY17" fmla="*/ 3783425 h 4699949"/>
                <a:gd name="connsiteX18" fmla="*/ 1507998 w 6891548"/>
                <a:gd name="connsiteY18" fmla="*/ 4014502 h 4699949"/>
                <a:gd name="connsiteX19" fmla="*/ 1678400 w 6891548"/>
                <a:gd name="connsiteY19" fmla="*/ 4312634 h 4699949"/>
                <a:gd name="connsiteX20" fmla="*/ 1838706 w 6891548"/>
                <a:gd name="connsiteY20" fmla="*/ 4504182 h 4699949"/>
                <a:gd name="connsiteX21" fmla="*/ 1996630 w 6891548"/>
                <a:gd name="connsiteY21" fmla="*/ 4595146 h 4699949"/>
                <a:gd name="connsiteX22" fmla="*/ 2235899 w 6891548"/>
                <a:gd name="connsiteY22" fmla="*/ 4623912 h 4699949"/>
                <a:gd name="connsiteX23" fmla="*/ 2463165 w 6891548"/>
                <a:gd name="connsiteY23" fmla="*/ 4623912 h 4699949"/>
                <a:gd name="connsiteX24" fmla="*/ 2761583 w 6891548"/>
                <a:gd name="connsiteY24" fmla="*/ 4599528 h 4699949"/>
                <a:gd name="connsiteX25" fmla="*/ 2889504 w 6891548"/>
                <a:gd name="connsiteY25" fmla="*/ 4599528 h 4699949"/>
                <a:gd name="connsiteX26" fmla="*/ 3145250 w 6891548"/>
                <a:gd name="connsiteY26" fmla="*/ 4649534 h 4699949"/>
                <a:gd name="connsiteX27" fmla="*/ 3479197 w 6891548"/>
                <a:gd name="connsiteY27" fmla="*/ 4699826 h 4699949"/>
                <a:gd name="connsiteX28" fmla="*/ 3786283 w 6891548"/>
                <a:gd name="connsiteY28" fmla="*/ 4638008 h 4699949"/>
                <a:gd name="connsiteX29" fmla="*/ 3991642 w 6891548"/>
                <a:gd name="connsiteY29" fmla="*/ 4486371 h 4699949"/>
                <a:gd name="connsiteX30" fmla="*/ 4207002 w 6891548"/>
                <a:gd name="connsiteY30" fmla="*/ 4288917 h 4699949"/>
                <a:gd name="connsiteX31" fmla="*/ 4420362 w 6891548"/>
                <a:gd name="connsiteY31" fmla="*/ 4045553 h 4699949"/>
                <a:gd name="connsiteX32" fmla="*/ 4629722 w 6891548"/>
                <a:gd name="connsiteY32" fmla="*/ 3806190 h 4699949"/>
                <a:gd name="connsiteX33" fmla="*/ 4943761 w 6891548"/>
                <a:gd name="connsiteY33" fmla="*/ 3491960 h 4699949"/>
                <a:gd name="connsiteX34" fmla="*/ 5080349 w 6891548"/>
                <a:gd name="connsiteY34" fmla="*/ 3327368 h 4699949"/>
                <a:gd name="connsiteX35" fmla="*/ 5327618 w 6891548"/>
                <a:gd name="connsiteY35" fmla="*/ 3000185 h 4699949"/>
                <a:gd name="connsiteX36" fmla="*/ 5489163 w 6891548"/>
                <a:gd name="connsiteY36" fmla="*/ 2693003 h 4699949"/>
                <a:gd name="connsiteX37" fmla="*/ 5606796 w 6891548"/>
                <a:gd name="connsiteY37" fmla="*/ 2385822 h 4699949"/>
                <a:gd name="connsiteX38" fmla="*/ 5776246 w 6891548"/>
                <a:gd name="connsiteY38" fmla="*/ 2030730 h 4699949"/>
                <a:gd name="connsiteX39" fmla="*/ 5976652 w 6891548"/>
                <a:gd name="connsiteY39" fmla="*/ 1830229 h 4699949"/>
                <a:gd name="connsiteX40" fmla="*/ 6196965 w 6891548"/>
                <a:gd name="connsiteY40" fmla="*/ 1679639 h 4699949"/>
                <a:gd name="connsiteX41" fmla="*/ 6456140 w 6891548"/>
                <a:gd name="connsiteY41" fmla="*/ 1498092 h 4699949"/>
                <a:gd name="connsiteX42" fmla="*/ 6663500 w 6891548"/>
                <a:gd name="connsiteY42" fmla="*/ 1270635 h 4699949"/>
                <a:gd name="connsiteX43" fmla="*/ 6842951 w 6891548"/>
                <a:gd name="connsiteY43" fmla="*/ 947452 h 4699949"/>
                <a:gd name="connsiteX44" fmla="*/ 6890766 w 6891548"/>
                <a:gd name="connsiteY44" fmla="*/ 694087 h 4699949"/>
                <a:gd name="connsiteX45" fmla="*/ 6866858 w 6891548"/>
                <a:gd name="connsiteY45" fmla="*/ 492633 h 4699949"/>
                <a:gd name="connsiteX46" fmla="*/ 6675406 w 6891548"/>
                <a:gd name="connsiteY46" fmla="*/ 233267 h 4699949"/>
                <a:gd name="connsiteX47" fmla="*/ 6422613 w 6891548"/>
                <a:gd name="connsiteY47" fmla="*/ 0 h 469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891548" h="4699949">
                  <a:moveTo>
                    <a:pt x="0" y="2860739"/>
                  </a:moveTo>
                  <a:cubicBezTo>
                    <a:pt x="32861" y="2919603"/>
                    <a:pt x="133255" y="3102674"/>
                    <a:pt x="175451" y="3155252"/>
                  </a:cubicBezTo>
                  <a:cubicBezTo>
                    <a:pt x="221266" y="3212402"/>
                    <a:pt x="275939" y="3262598"/>
                    <a:pt x="341567" y="3294888"/>
                  </a:cubicBezTo>
                  <a:cubicBezTo>
                    <a:pt x="408432" y="3327845"/>
                    <a:pt x="483108" y="3340132"/>
                    <a:pt x="557594" y="3336417"/>
                  </a:cubicBezTo>
                  <a:cubicBezTo>
                    <a:pt x="626936" y="3332988"/>
                    <a:pt x="695420" y="3315653"/>
                    <a:pt x="753618" y="3278220"/>
                  </a:cubicBezTo>
                  <a:cubicBezTo>
                    <a:pt x="800957" y="3247739"/>
                    <a:pt x="839915" y="3204972"/>
                    <a:pt x="858298" y="3151918"/>
                  </a:cubicBezTo>
                  <a:cubicBezTo>
                    <a:pt x="885349" y="3073718"/>
                    <a:pt x="862203" y="2989803"/>
                    <a:pt x="846677" y="2907506"/>
                  </a:cubicBezTo>
                  <a:cubicBezTo>
                    <a:pt x="830485" y="2821591"/>
                    <a:pt x="822293" y="2734437"/>
                    <a:pt x="808482" y="2648141"/>
                  </a:cubicBezTo>
                  <a:cubicBezTo>
                    <a:pt x="801243" y="2603183"/>
                    <a:pt x="792671" y="2558415"/>
                    <a:pt x="785241" y="2513457"/>
                  </a:cubicBezTo>
                  <a:cubicBezTo>
                    <a:pt x="779431" y="2478405"/>
                    <a:pt x="774383" y="2442401"/>
                    <a:pt x="785241" y="2408682"/>
                  </a:cubicBezTo>
                  <a:cubicBezTo>
                    <a:pt x="802291" y="2355723"/>
                    <a:pt x="853631" y="2324576"/>
                    <a:pt x="908209" y="2310575"/>
                  </a:cubicBezTo>
                  <a:cubicBezTo>
                    <a:pt x="968502" y="2295144"/>
                    <a:pt x="1032129" y="2301050"/>
                    <a:pt x="1089279" y="2325529"/>
                  </a:cubicBezTo>
                  <a:cubicBezTo>
                    <a:pt x="1132523" y="2344007"/>
                    <a:pt x="1170718" y="2372678"/>
                    <a:pt x="1198912" y="2410301"/>
                  </a:cubicBezTo>
                  <a:cubicBezTo>
                    <a:pt x="1247299" y="2474690"/>
                    <a:pt x="1260443" y="2557558"/>
                    <a:pt x="1252061" y="2638044"/>
                  </a:cubicBezTo>
                  <a:cubicBezTo>
                    <a:pt x="1240060" y="2753487"/>
                    <a:pt x="1184148" y="2858357"/>
                    <a:pt x="1147382" y="2968847"/>
                  </a:cubicBezTo>
                  <a:cubicBezTo>
                    <a:pt x="1122998" y="3041999"/>
                    <a:pt x="1106900" y="3118485"/>
                    <a:pt x="1115854" y="3194971"/>
                  </a:cubicBezTo>
                  <a:cubicBezTo>
                    <a:pt x="1126426" y="3285649"/>
                    <a:pt x="1171099" y="3367469"/>
                    <a:pt x="1215580" y="3447669"/>
                  </a:cubicBezTo>
                  <a:cubicBezTo>
                    <a:pt x="1277207" y="3558921"/>
                    <a:pt x="1340072" y="3669602"/>
                    <a:pt x="1396651" y="3783425"/>
                  </a:cubicBezTo>
                  <a:cubicBezTo>
                    <a:pt x="1434751" y="3860006"/>
                    <a:pt x="1469993" y="3937921"/>
                    <a:pt x="1507998" y="4014502"/>
                  </a:cubicBezTo>
                  <a:cubicBezTo>
                    <a:pt x="1558957" y="4117086"/>
                    <a:pt x="1614964" y="4217194"/>
                    <a:pt x="1678400" y="4312634"/>
                  </a:cubicBezTo>
                  <a:cubicBezTo>
                    <a:pt x="1724692" y="4382357"/>
                    <a:pt x="1775079" y="4449890"/>
                    <a:pt x="1838706" y="4504182"/>
                  </a:cubicBezTo>
                  <a:cubicBezTo>
                    <a:pt x="1885379" y="4543997"/>
                    <a:pt x="1938338" y="4576001"/>
                    <a:pt x="1996630" y="4595146"/>
                  </a:cubicBezTo>
                  <a:cubicBezTo>
                    <a:pt x="2073307" y="4620387"/>
                    <a:pt x="2155031" y="4622006"/>
                    <a:pt x="2235899" y="4623912"/>
                  </a:cubicBezTo>
                  <a:cubicBezTo>
                    <a:pt x="2311718" y="4625626"/>
                    <a:pt x="2387536" y="4627531"/>
                    <a:pt x="2463165" y="4623912"/>
                  </a:cubicBezTo>
                  <a:cubicBezTo>
                    <a:pt x="2562892" y="4619149"/>
                    <a:pt x="2661857" y="4605147"/>
                    <a:pt x="2761583" y="4599528"/>
                  </a:cubicBezTo>
                  <a:cubicBezTo>
                    <a:pt x="2804160" y="4597146"/>
                    <a:pt x="2846927" y="4596289"/>
                    <a:pt x="2889504" y="4599528"/>
                  </a:cubicBezTo>
                  <a:cubicBezTo>
                    <a:pt x="2976277" y="4606100"/>
                    <a:pt x="3060573" y="4629246"/>
                    <a:pt x="3145250" y="4649534"/>
                  </a:cubicBezTo>
                  <a:cubicBezTo>
                    <a:pt x="3255074" y="4675918"/>
                    <a:pt x="3366326" y="4698016"/>
                    <a:pt x="3479197" y="4699826"/>
                  </a:cubicBezTo>
                  <a:cubicBezTo>
                    <a:pt x="3585210" y="4701540"/>
                    <a:pt x="3691700" y="4685633"/>
                    <a:pt x="3786283" y="4638008"/>
                  </a:cubicBezTo>
                  <a:cubicBezTo>
                    <a:pt x="3862578" y="4599623"/>
                    <a:pt x="3927253" y="4542758"/>
                    <a:pt x="3991642" y="4486371"/>
                  </a:cubicBezTo>
                  <a:cubicBezTo>
                    <a:pt x="4064984" y="4422172"/>
                    <a:pt x="4138708" y="4358355"/>
                    <a:pt x="4207002" y="4288917"/>
                  </a:cubicBezTo>
                  <a:cubicBezTo>
                    <a:pt x="4282631" y="4211955"/>
                    <a:pt x="4351401" y="4128611"/>
                    <a:pt x="4420362" y="4045553"/>
                  </a:cubicBezTo>
                  <a:cubicBezTo>
                    <a:pt x="4488085" y="3964020"/>
                    <a:pt x="4556379" y="3882676"/>
                    <a:pt x="4629722" y="3806190"/>
                  </a:cubicBezTo>
                  <a:cubicBezTo>
                    <a:pt x="4732211" y="3699224"/>
                    <a:pt x="4844796" y="3602260"/>
                    <a:pt x="4943761" y="3491960"/>
                  </a:cubicBezTo>
                  <a:cubicBezTo>
                    <a:pt x="4991386" y="3438906"/>
                    <a:pt x="5035677" y="3382995"/>
                    <a:pt x="5080349" y="3327368"/>
                  </a:cubicBezTo>
                  <a:cubicBezTo>
                    <a:pt x="5165980" y="3220688"/>
                    <a:pt x="5253419" y="3115151"/>
                    <a:pt x="5327618" y="3000185"/>
                  </a:cubicBezTo>
                  <a:cubicBezTo>
                    <a:pt x="5390483" y="2902839"/>
                    <a:pt x="5443442" y="2799493"/>
                    <a:pt x="5489163" y="2693003"/>
                  </a:cubicBezTo>
                  <a:cubicBezTo>
                    <a:pt x="5532406" y="2592229"/>
                    <a:pt x="5569077" y="2488787"/>
                    <a:pt x="5606796" y="2385822"/>
                  </a:cubicBezTo>
                  <a:cubicBezTo>
                    <a:pt x="5652135" y="2261902"/>
                    <a:pt x="5699093" y="2137410"/>
                    <a:pt x="5776246" y="2030730"/>
                  </a:cubicBezTo>
                  <a:cubicBezTo>
                    <a:pt x="5831872" y="1953768"/>
                    <a:pt x="5901500" y="1888427"/>
                    <a:pt x="5976652" y="1830229"/>
                  </a:cubicBezTo>
                  <a:cubicBezTo>
                    <a:pt x="6047042" y="1775746"/>
                    <a:pt x="6121813" y="1727359"/>
                    <a:pt x="6196965" y="1679639"/>
                  </a:cubicBezTo>
                  <a:cubicBezTo>
                    <a:pt x="6286119" y="1622965"/>
                    <a:pt x="6375940" y="1566767"/>
                    <a:pt x="6456140" y="1498092"/>
                  </a:cubicBezTo>
                  <a:cubicBezTo>
                    <a:pt x="6534341" y="1431227"/>
                    <a:pt x="6602063" y="1353217"/>
                    <a:pt x="6663500" y="1270635"/>
                  </a:cubicBezTo>
                  <a:cubicBezTo>
                    <a:pt x="6737509" y="1171194"/>
                    <a:pt x="6802374" y="1064514"/>
                    <a:pt x="6842951" y="947452"/>
                  </a:cubicBezTo>
                  <a:cubicBezTo>
                    <a:pt x="6871240" y="865823"/>
                    <a:pt x="6887051" y="780383"/>
                    <a:pt x="6890766" y="694087"/>
                  </a:cubicBezTo>
                  <a:cubicBezTo>
                    <a:pt x="6893719" y="625888"/>
                    <a:pt x="6888861" y="557117"/>
                    <a:pt x="6866858" y="492633"/>
                  </a:cubicBezTo>
                  <a:cubicBezTo>
                    <a:pt x="6831616" y="389573"/>
                    <a:pt x="6755511" y="307848"/>
                    <a:pt x="6675406" y="233267"/>
                  </a:cubicBezTo>
                  <a:cubicBezTo>
                    <a:pt x="6607588" y="170402"/>
                    <a:pt x="6496336" y="56007"/>
                    <a:pt x="6422613" y="0"/>
                  </a:cubicBezTo>
                </a:path>
              </a:pathLst>
            </a:custGeom>
            <a:noFill/>
            <a:ln w="12700" cap="rnd">
              <a:solidFill>
                <a:schemeClr val="bg2">
                  <a:alpha val="24000"/>
                </a:schemeClr>
              </a:solidFill>
              <a:prstDash val="lgDash"/>
              <a:round/>
            </a:ln>
          </p:spPr>
          <p:txBody>
            <a:bodyPr rtlCol="0" anchor="ctr"/>
            <a:lstStyle/>
            <a:p>
              <a:endParaRPr lang="en-US"/>
            </a:p>
          </p:txBody>
        </p:sp>
        <p:sp>
          <p:nvSpPr>
            <p:cNvPr id="271" name="Freeform: Shape 231">
              <a:extLst>
                <a:ext uri="{FF2B5EF4-FFF2-40B4-BE49-F238E27FC236}">
                  <a16:creationId xmlns:a16="http://schemas.microsoft.com/office/drawing/2014/main" id="{A7E996B0-03B6-46BD-9AC7-CE895EBB6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88" y="0"/>
              <a:ext cx="12542" cy="12542"/>
            </a:xfrm>
            <a:custGeom>
              <a:avLst/>
              <a:gdLst/>
              <a:ahLst/>
              <a:cxnLst/>
              <a:rect l="l" t="t" r="r" b="b"/>
              <a:pathLst>
                <a:path w="9525" h="9525"/>
              </a:pathLst>
            </a:custGeom>
            <a:noFill/>
            <a:ln w="12700" cap="rnd">
              <a:solidFill>
                <a:schemeClr val="bg2">
                  <a:alpha val="24000"/>
                </a:schemeClr>
              </a:solidFill>
              <a:prstDash val="lgDash"/>
              <a:round/>
            </a:ln>
          </p:spPr>
          <p:txBody>
            <a:bodyPr rtlCol="0" anchor="ctr"/>
            <a:lstStyle/>
            <a:p>
              <a:endParaRPr lang="en-US"/>
            </a:p>
          </p:txBody>
        </p:sp>
        <p:sp>
          <p:nvSpPr>
            <p:cNvPr id="272" name="Freeform: Shape 232">
              <a:extLst>
                <a:ext uri="{FF2B5EF4-FFF2-40B4-BE49-F238E27FC236}">
                  <a16:creationId xmlns:a16="http://schemas.microsoft.com/office/drawing/2014/main" id="{12E495D8-E01F-4637-87AA-317C325B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40" y="19439"/>
              <a:ext cx="8755533" cy="5998603"/>
            </a:xfrm>
            <a:custGeom>
              <a:avLst/>
              <a:gdLst>
                <a:gd name="connsiteX0" fmla="*/ 6072569 w 6649344"/>
                <a:gd name="connsiteY0" fmla="*/ 0 h 4555608"/>
                <a:gd name="connsiteX1" fmla="*/ 6201347 w 6649344"/>
                <a:gd name="connsiteY1" fmla="*/ 218218 h 4555608"/>
                <a:gd name="connsiteX2" fmla="*/ 6519101 w 6649344"/>
                <a:gd name="connsiteY2" fmla="*/ 492919 h 4555608"/>
                <a:gd name="connsiteX3" fmla="*/ 6648260 w 6649344"/>
                <a:gd name="connsiteY3" fmla="*/ 789718 h 4555608"/>
                <a:gd name="connsiteX4" fmla="*/ 6574060 w 6649344"/>
                <a:gd name="connsiteY4" fmla="*/ 1096137 h 4555608"/>
                <a:gd name="connsiteX5" fmla="*/ 6385084 w 6649344"/>
                <a:gd name="connsiteY5" fmla="*/ 1349883 h 4555608"/>
                <a:gd name="connsiteX6" fmla="*/ 6126671 w 6649344"/>
                <a:gd name="connsiteY6" fmla="*/ 1515047 h 4555608"/>
                <a:gd name="connsiteX7" fmla="*/ 5851493 w 6649344"/>
                <a:gd name="connsiteY7" fmla="*/ 1632299 h 4555608"/>
                <a:gd name="connsiteX8" fmla="*/ 5679187 w 6649344"/>
                <a:gd name="connsiteY8" fmla="*/ 1759172 h 4555608"/>
                <a:gd name="connsiteX9" fmla="*/ 5564314 w 6649344"/>
                <a:gd name="connsiteY9" fmla="*/ 1962626 h 4555608"/>
                <a:gd name="connsiteX10" fmla="*/ 5470970 w 6649344"/>
                <a:gd name="connsiteY10" fmla="*/ 2245138 h 4555608"/>
                <a:gd name="connsiteX11" fmla="*/ 5406390 w 6649344"/>
                <a:gd name="connsiteY11" fmla="*/ 2467737 h 4555608"/>
                <a:gd name="connsiteX12" fmla="*/ 5327428 w 6649344"/>
                <a:gd name="connsiteY12" fmla="*/ 2723864 h 4555608"/>
                <a:gd name="connsiteX13" fmla="*/ 5198269 w 6649344"/>
                <a:gd name="connsiteY13" fmla="*/ 2970467 h 4555608"/>
                <a:gd name="connsiteX14" fmla="*/ 5085779 w 6649344"/>
                <a:gd name="connsiteY14" fmla="*/ 3147632 h 4555608"/>
                <a:gd name="connsiteX15" fmla="*/ 4839367 w 6649344"/>
                <a:gd name="connsiteY15" fmla="*/ 3461195 h 4555608"/>
                <a:gd name="connsiteX16" fmla="*/ 4639628 w 6649344"/>
                <a:gd name="connsiteY16" fmla="*/ 3661125 h 4555608"/>
                <a:gd name="connsiteX17" fmla="*/ 4467320 w 6649344"/>
                <a:gd name="connsiteY17" fmla="*/ 3833432 h 4555608"/>
                <a:gd name="connsiteX18" fmla="*/ 4292632 w 6649344"/>
                <a:gd name="connsiteY18" fmla="*/ 4008215 h 4555608"/>
                <a:gd name="connsiteX19" fmla="*/ 3976783 w 6649344"/>
                <a:gd name="connsiteY19" fmla="*/ 4324160 h 4555608"/>
                <a:gd name="connsiteX20" fmla="*/ 3793712 w 6649344"/>
                <a:gd name="connsiteY20" fmla="*/ 4478560 h 4555608"/>
                <a:gd name="connsiteX21" fmla="*/ 3509010 w 6649344"/>
                <a:gd name="connsiteY21" fmla="*/ 4555141 h 4555608"/>
                <a:gd name="connsiteX22" fmla="*/ 2982659 w 6649344"/>
                <a:gd name="connsiteY22" fmla="*/ 4488085 h 4555608"/>
                <a:gd name="connsiteX23" fmla="*/ 2420398 w 6649344"/>
                <a:gd name="connsiteY23" fmla="*/ 4488085 h 4555608"/>
                <a:gd name="connsiteX24" fmla="*/ 2176939 w 6649344"/>
                <a:gd name="connsiteY24" fmla="*/ 4463034 h 4555608"/>
                <a:gd name="connsiteX25" fmla="*/ 1810607 w 6649344"/>
                <a:gd name="connsiteY25" fmla="*/ 4272629 h 4555608"/>
                <a:gd name="connsiteX26" fmla="*/ 1615345 w 6649344"/>
                <a:gd name="connsiteY26" fmla="*/ 3953733 h 4555608"/>
                <a:gd name="connsiteX27" fmla="*/ 1455801 w 6649344"/>
                <a:gd name="connsiteY27" fmla="*/ 3613309 h 4555608"/>
                <a:gd name="connsiteX28" fmla="*/ 1362742 w 6649344"/>
                <a:gd name="connsiteY28" fmla="*/ 3309080 h 4555608"/>
                <a:gd name="connsiteX29" fmla="*/ 1429226 w 6649344"/>
                <a:gd name="connsiteY29" fmla="*/ 2865215 h 4555608"/>
                <a:gd name="connsiteX30" fmla="*/ 1493996 w 6649344"/>
                <a:gd name="connsiteY30" fmla="*/ 2444591 h 4555608"/>
                <a:gd name="connsiteX31" fmla="*/ 1379315 w 6649344"/>
                <a:gd name="connsiteY31" fmla="*/ 2240090 h 4555608"/>
                <a:gd name="connsiteX32" fmla="*/ 1243108 w 6649344"/>
                <a:gd name="connsiteY32" fmla="*/ 2156936 h 4555608"/>
                <a:gd name="connsiteX33" fmla="*/ 929069 w 6649344"/>
                <a:gd name="connsiteY33" fmla="*/ 2075498 h 4555608"/>
                <a:gd name="connsiteX34" fmla="*/ 736282 w 6649344"/>
                <a:gd name="connsiteY34" fmla="*/ 2120360 h 4555608"/>
                <a:gd name="connsiteX35" fmla="*/ 443865 w 6649344"/>
                <a:gd name="connsiteY35" fmla="*/ 2266664 h 4555608"/>
                <a:gd name="connsiteX36" fmla="*/ 0 w 6649344"/>
                <a:gd name="connsiteY36" fmla="*/ 2592229 h 455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649344" h="4555608">
                  <a:moveTo>
                    <a:pt x="6072569" y="0"/>
                  </a:moveTo>
                  <a:cubicBezTo>
                    <a:pt x="6092857" y="34576"/>
                    <a:pt x="6094000" y="127349"/>
                    <a:pt x="6201347" y="218218"/>
                  </a:cubicBezTo>
                  <a:cubicBezTo>
                    <a:pt x="6308789" y="309086"/>
                    <a:pt x="6430518" y="383858"/>
                    <a:pt x="6519101" y="492919"/>
                  </a:cubicBezTo>
                  <a:cubicBezTo>
                    <a:pt x="6588919" y="578834"/>
                    <a:pt x="6640449" y="679704"/>
                    <a:pt x="6648260" y="789718"/>
                  </a:cubicBezTo>
                  <a:cubicBezTo>
                    <a:pt x="6655880" y="896303"/>
                    <a:pt x="6622542" y="1000411"/>
                    <a:pt x="6574060" y="1096137"/>
                  </a:cubicBezTo>
                  <a:cubicBezTo>
                    <a:pt x="6526054" y="1191101"/>
                    <a:pt x="6463570" y="1278160"/>
                    <a:pt x="6385084" y="1349883"/>
                  </a:cubicBezTo>
                  <a:cubicBezTo>
                    <a:pt x="6309170" y="1419225"/>
                    <a:pt x="6220397" y="1472660"/>
                    <a:pt x="6126671" y="1515047"/>
                  </a:cubicBezTo>
                  <a:cubicBezTo>
                    <a:pt x="6035707" y="1556194"/>
                    <a:pt x="5940362" y="1586960"/>
                    <a:pt x="5851493" y="1632299"/>
                  </a:cubicBezTo>
                  <a:cubicBezTo>
                    <a:pt x="5787390" y="1665065"/>
                    <a:pt x="5726906" y="1705356"/>
                    <a:pt x="5679187" y="1759172"/>
                  </a:cubicBezTo>
                  <a:cubicBezTo>
                    <a:pt x="5627180" y="1817846"/>
                    <a:pt x="5593176" y="1889569"/>
                    <a:pt x="5564314" y="1962626"/>
                  </a:cubicBezTo>
                  <a:cubicBezTo>
                    <a:pt x="5527834" y="2054923"/>
                    <a:pt x="5499354" y="2149983"/>
                    <a:pt x="5470970" y="2245138"/>
                  </a:cubicBezTo>
                  <a:cubicBezTo>
                    <a:pt x="5448872" y="2319147"/>
                    <a:pt x="5426869" y="2393252"/>
                    <a:pt x="5406390" y="2467737"/>
                  </a:cubicBezTo>
                  <a:cubicBezTo>
                    <a:pt x="5382673" y="2553938"/>
                    <a:pt x="5360765" y="2640902"/>
                    <a:pt x="5327428" y="2723864"/>
                  </a:cubicBezTo>
                  <a:cubicBezTo>
                    <a:pt x="5292757" y="2810066"/>
                    <a:pt x="5246275" y="2890838"/>
                    <a:pt x="5198269" y="2970467"/>
                  </a:cubicBezTo>
                  <a:cubicBezTo>
                    <a:pt x="5162074" y="3030379"/>
                    <a:pt x="5124927" y="3089625"/>
                    <a:pt x="5085779" y="3147632"/>
                  </a:cubicBezTo>
                  <a:cubicBezTo>
                    <a:pt x="5011293" y="3258026"/>
                    <a:pt x="4929854" y="3363659"/>
                    <a:pt x="4839367" y="3461195"/>
                  </a:cubicBezTo>
                  <a:cubicBezTo>
                    <a:pt x="4775264" y="3530251"/>
                    <a:pt x="4706779" y="3595021"/>
                    <a:pt x="4639628" y="3661125"/>
                  </a:cubicBezTo>
                  <a:cubicBezTo>
                    <a:pt x="4581620" y="3717989"/>
                    <a:pt x="4524661" y="3775901"/>
                    <a:pt x="4467320" y="3833432"/>
                  </a:cubicBezTo>
                  <a:cubicBezTo>
                    <a:pt x="4409218" y="3891820"/>
                    <a:pt x="4350925" y="3949922"/>
                    <a:pt x="4292632" y="4008215"/>
                  </a:cubicBezTo>
                  <a:cubicBezTo>
                    <a:pt x="4187285" y="4113467"/>
                    <a:pt x="4082129" y="4218909"/>
                    <a:pt x="3976783" y="4324160"/>
                  </a:cubicBezTo>
                  <a:cubicBezTo>
                    <a:pt x="3920014" y="4380929"/>
                    <a:pt x="3862673" y="4437793"/>
                    <a:pt x="3793712" y="4478560"/>
                  </a:cubicBezTo>
                  <a:cubicBezTo>
                    <a:pt x="3707797" y="4529328"/>
                    <a:pt x="3608832" y="4551712"/>
                    <a:pt x="3509010" y="4555141"/>
                  </a:cubicBezTo>
                  <a:cubicBezTo>
                    <a:pt x="3331845" y="4561237"/>
                    <a:pt x="3159347" y="4506087"/>
                    <a:pt x="2982659" y="4488085"/>
                  </a:cubicBezTo>
                  <a:cubicBezTo>
                    <a:pt x="2796064" y="4469130"/>
                    <a:pt x="2608135" y="4491323"/>
                    <a:pt x="2420398" y="4488085"/>
                  </a:cubicBezTo>
                  <a:cubicBezTo>
                    <a:pt x="2338673" y="4486656"/>
                    <a:pt x="2256949" y="4480084"/>
                    <a:pt x="2176939" y="4463034"/>
                  </a:cubicBezTo>
                  <a:cubicBezTo>
                    <a:pt x="2039207" y="4433697"/>
                    <a:pt x="1908429" y="4373499"/>
                    <a:pt x="1810607" y="4272629"/>
                  </a:cubicBezTo>
                  <a:cubicBezTo>
                    <a:pt x="1723358" y="4182618"/>
                    <a:pt x="1669637" y="4067175"/>
                    <a:pt x="1615345" y="3953733"/>
                  </a:cubicBezTo>
                  <a:cubicBezTo>
                    <a:pt x="1561243" y="3840671"/>
                    <a:pt x="1505807" y="3728180"/>
                    <a:pt x="1455801" y="3613309"/>
                  </a:cubicBezTo>
                  <a:cubicBezTo>
                    <a:pt x="1413129" y="3515392"/>
                    <a:pt x="1374553" y="3414998"/>
                    <a:pt x="1362742" y="3309080"/>
                  </a:cubicBezTo>
                  <a:cubicBezTo>
                    <a:pt x="1346073" y="3158966"/>
                    <a:pt x="1384649" y="3010091"/>
                    <a:pt x="1429226" y="2865215"/>
                  </a:cubicBezTo>
                  <a:cubicBezTo>
                    <a:pt x="1471898" y="2726627"/>
                    <a:pt x="1522190" y="2585657"/>
                    <a:pt x="1493996" y="2444591"/>
                  </a:cubicBezTo>
                  <a:cubicBezTo>
                    <a:pt x="1478280" y="2365915"/>
                    <a:pt x="1439513" y="2293144"/>
                    <a:pt x="1379315" y="2240090"/>
                  </a:cubicBezTo>
                  <a:cubicBezTo>
                    <a:pt x="1339215" y="2204752"/>
                    <a:pt x="1291495" y="2179796"/>
                    <a:pt x="1243108" y="2156936"/>
                  </a:cubicBezTo>
                  <a:cubicBezTo>
                    <a:pt x="1143476" y="2110073"/>
                    <a:pt x="1038511" y="2069973"/>
                    <a:pt x="929069" y="2075498"/>
                  </a:cubicBezTo>
                  <a:cubicBezTo>
                    <a:pt x="862870" y="2078831"/>
                    <a:pt x="799052" y="2098643"/>
                    <a:pt x="736282" y="2120360"/>
                  </a:cubicBezTo>
                  <a:cubicBezTo>
                    <a:pt x="632365" y="2156365"/>
                    <a:pt x="492633" y="2168366"/>
                    <a:pt x="443865" y="2266664"/>
                  </a:cubicBezTo>
                  <a:cubicBezTo>
                    <a:pt x="229648" y="2699480"/>
                    <a:pt x="8858" y="2576036"/>
                    <a:pt x="0" y="2592229"/>
                  </a:cubicBezTo>
                </a:path>
              </a:pathLst>
            </a:custGeom>
            <a:noFill/>
            <a:ln w="12700" cap="rnd">
              <a:solidFill>
                <a:schemeClr val="bg2">
                  <a:alpha val="24000"/>
                </a:schemeClr>
              </a:solidFill>
              <a:prstDash val="lgDash"/>
              <a:round/>
            </a:ln>
          </p:spPr>
          <p:txBody>
            <a:bodyPr rtlCol="0" anchor="ctr"/>
            <a:lstStyle/>
            <a:p>
              <a:endParaRPr lang="en-US"/>
            </a:p>
          </p:txBody>
        </p:sp>
        <p:sp>
          <p:nvSpPr>
            <p:cNvPr id="273" name="Freeform: Shape 233">
              <a:extLst>
                <a:ext uri="{FF2B5EF4-FFF2-40B4-BE49-F238E27FC236}">
                  <a16:creationId xmlns:a16="http://schemas.microsoft.com/office/drawing/2014/main" id="{07A6E288-B6A5-43F5-948E-F0074B662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40" y="12542"/>
              <a:ext cx="8335554" cy="5823102"/>
            </a:xfrm>
            <a:custGeom>
              <a:avLst/>
              <a:gdLst>
                <a:gd name="connsiteX0" fmla="*/ 0 w 6330393"/>
                <a:gd name="connsiteY0" fmla="*/ 2249519 h 4422324"/>
                <a:gd name="connsiteX1" fmla="*/ 653129 w 6330393"/>
                <a:gd name="connsiteY1" fmla="*/ 1966532 h 4422324"/>
                <a:gd name="connsiteX2" fmla="*/ 972122 w 6330393"/>
                <a:gd name="connsiteY2" fmla="*/ 1926622 h 4422324"/>
                <a:gd name="connsiteX3" fmla="*/ 1340168 w 6330393"/>
                <a:gd name="connsiteY3" fmla="*/ 2041398 h 4422324"/>
                <a:gd name="connsiteX4" fmla="*/ 1572768 w 6330393"/>
                <a:gd name="connsiteY4" fmla="*/ 2147697 h 4422324"/>
                <a:gd name="connsiteX5" fmla="*/ 1747647 w 6330393"/>
                <a:gd name="connsiteY5" fmla="*/ 2370677 h 4422324"/>
                <a:gd name="connsiteX6" fmla="*/ 1718596 w 6330393"/>
                <a:gd name="connsiteY6" fmla="*/ 2632043 h 4422324"/>
                <a:gd name="connsiteX7" fmla="*/ 1575054 w 6330393"/>
                <a:gd name="connsiteY7" fmla="*/ 2947988 h 4422324"/>
                <a:gd name="connsiteX8" fmla="*/ 1543431 w 6330393"/>
                <a:gd name="connsiteY8" fmla="*/ 3462147 h 4422324"/>
                <a:gd name="connsiteX9" fmla="*/ 1666875 w 6330393"/>
                <a:gd name="connsiteY9" fmla="*/ 3792474 h 4422324"/>
                <a:gd name="connsiteX10" fmla="*/ 1801844 w 6330393"/>
                <a:gd name="connsiteY10" fmla="*/ 4048125 h 4422324"/>
                <a:gd name="connsiteX11" fmla="*/ 2011490 w 6330393"/>
                <a:gd name="connsiteY11" fmla="*/ 4257866 h 4422324"/>
                <a:gd name="connsiteX12" fmla="*/ 2383727 w 6330393"/>
                <a:gd name="connsiteY12" fmla="*/ 4353687 h 4422324"/>
                <a:gd name="connsiteX13" fmla="*/ 2745105 w 6330393"/>
                <a:gd name="connsiteY13" fmla="*/ 4353687 h 4422324"/>
                <a:gd name="connsiteX14" fmla="*/ 3001232 w 6330393"/>
                <a:gd name="connsiteY14" fmla="*/ 4368927 h 4422324"/>
                <a:gd name="connsiteX15" fmla="*/ 3316891 w 6330393"/>
                <a:gd name="connsiteY15" fmla="*/ 4402170 h 4422324"/>
                <a:gd name="connsiteX16" fmla="*/ 3578543 w 6330393"/>
                <a:gd name="connsiteY16" fmla="*/ 4413218 h 4422324"/>
                <a:gd name="connsiteX17" fmla="*/ 3746087 w 6330393"/>
                <a:gd name="connsiteY17" fmla="*/ 4330065 h 4422324"/>
                <a:gd name="connsiteX18" fmla="*/ 3986689 w 6330393"/>
                <a:gd name="connsiteY18" fmla="*/ 4147280 h 4422324"/>
                <a:gd name="connsiteX19" fmla="*/ 4469987 w 6330393"/>
                <a:gd name="connsiteY19" fmla="*/ 3682841 h 4422324"/>
                <a:gd name="connsiteX20" fmla="*/ 4742784 w 6330393"/>
                <a:gd name="connsiteY20" fmla="*/ 3409950 h 4422324"/>
                <a:gd name="connsiteX21" fmla="*/ 5029867 w 6330393"/>
                <a:gd name="connsiteY21" fmla="*/ 3058097 h 4422324"/>
                <a:gd name="connsiteX22" fmla="*/ 5211699 w 6330393"/>
                <a:gd name="connsiteY22" fmla="*/ 2675096 h 4422324"/>
                <a:gd name="connsiteX23" fmla="*/ 5326571 w 6330393"/>
                <a:gd name="connsiteY23" fmla="*/ 2136458 h 4422324"/>
                <a:gd name="connsiteX24" fmla="*/ 5407914 w 6330393"/>
                <a:gd name="connsiteY24" fmla="*/ 1772603 h 4422324"/>
                <a:gd name="connsiteX25" fmla="*/ 5517928 w 6330393"/>
                <a:gd name="connsiteY25" fmla="*/ 1456658 h 4422324"/>
                <a:gd name="connsiteX26" fmla="*/ 5649563 w 6330393"/>
                <a:gd name="connsiteY26" fmla="*/ 1325023 h 4422324"/>
                <a:gd name="connsiteX27" fmla="*/ 5963031 w 6330393"/>
                <a:gd name="connsiteY27" fmla="*/ 1289114 h 4422324"/>
                <a:gd name="connsiteX28" fmla="*/ 6185535 w 6330393"/>
                <a:gd name="connsiteY28" fmla="*/ 1217295 h 4422324"/>
                <a:gd name="connsiteX29" fmla="*/ 6326696 w 6330393"/>
                <a:gd name="connsiteY29" fmla="*/ 992315 h 4422324"/>
                <a:gd name="connsiteX30" fmla="*/ 6305169 w 6330393"/>
                <a:gd name="connsiteY30" fmla="*/ 824770 h 4422324"/>
                <a:gd name="connsiteX31" fmla="*/ 6156865 w 6330393"/>
                <a:gd name="connsiteY31" fmla="*/ 654844 h 4422324"/>
                <a:gd name="connsiteX32" fmla="*/ 5908072 w 6330393"/>
                <a:gd name="connsiteY32" fmla="*/ 506444 h 4422324"/>
                <a:gd name="connsiteX33" fmla="*/ 5606605 w 6330393"/>
                <a:gd name="connsiteY33" fmla="*/ 353282 h 4422324"/>
                <a:gd name="connsiteX34" fmla="*/ 5506117 w 6330393"/>
                <a:gd name="connsiteY34" fmla="*/ 164211 h 4422324"/>
                <a:gd name="connsiteX35" fmla="*/ 5598890 w 6330393"/>
                <a:gd name="connsiteY35" fmla="*/ 0 h 4422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330393" h="4422324">
                  <a:moveTo>
                    <a:pt x="0" y="2249519"/>
                  </a:moveTo>
                  <a:cubicBezTo>
                    <a:pt x="166592" y="2158746"/>
                    <a:pt x="472059" y="2022443"/>
                    <a:pt x="653129" y="1966532"/>
                  </a:cubicBezTo>
                  <a:cubicBezTo>
                    <a:pt x="756761" y="1934528"/>
                    <a:pt x="864489" y="1915573"/>
                    <a:pt x="972122" y="1926622"/>
                  </a:cubicBezTo>
                  <a:cubicBezTo>
                    <a:pt x="1100423" y="1939766"/>
                    <a:pt x="1219581" y="1994630"/>
                    <a:pt x="1340168" y="2041398"/>
                  </a:cubicBezTo>
                  <a:cubicBezTo>
                    <a:pt x="1419987" y="2072354"/>
                    <a:pt x="1501140" y="2101025"/>
                    <a:pt x="1572768" y="2147697"/>
                  </a:cubicBezTo>
                  <a:cubicBezTo>
                    <a:pt x="1654874" y="2201132"/>
                    <a:pt x="1723454" y="2276285"/>
                    <a:pt x="1747647" y="2370677"/>
                  </a:cubicBezTo>
                  <a:cubicBezTo>
                    <a:pt x="1769840" y="2457545"/>
                    <a:pt x="1750981" y="2547842"/>
                    <a:pt x="1718596" y="2632043"/>
                  </a:cubicBezTo>
                  <a:cubicBezTo>
                    <a:pt x="1676876" y="2740152"/>
                    <a:pt x="1615345" y="2839403"/>
                    <a:pt x="1575054" y="2947988"/>
                  </a:cubicBezTo>
                  <a:cubicBezTo>
                    <a:pt x="1514094" y="3112199"/>
                    <a:pt x="1505141" y="3291269"/>
                    <a:pt x="1543431" y="3462147"/>
                  </a:cubicBezTo>
                  <a:cubicBezTo>
                    <a:pt x="1569244" y="3577114"/>
                    <a:pt x="1617536" y="3685318"/>
                    <a:pt x="1666875" y="3792474"/>
                  </a:cubicBezTo>
                  <a:cubicBezTo>
                    <a:pt x="1707261" y="3880199"/>
                    <a:pt x="1748600" y="3967734"/>
                    <a:pt x="1801844" y="4048125"/>
                  </a:cubicBezTo>
                  <a:cubicBezTo>
                    <a:pt x="1857185" y="4131659"/>
                    <a:pt x="1925669" y="4206431"/>
                    <a:pt x="2011490" y="4257866"/>
                  </a:cubicBezTo>
                  <a:cubicBezTo>
                    <a:pt x="2122837" y="4324636"/>
                    <a:pt x="2253615" y="4347020"/>
                    <a:pt x="2383727" y="4353687"/>
                  </a:cubicBezTo>
                  <a:cubicBezTo>
                    <a:pt x="2504027" y="4359879"/>
                    <a:pt x="2624614" y="4351973"/>
                    <a:pt x="2745105" y="4353687"/>
                  </a:cubicBezTo>
                  <a:cubicBezTo>
                    <a:pt x="2830640" y="4354925"/>
                    <a:pt x="2915984" y="4361688"/>
                    <a:pt x="3001232" y="4368927"/>
                  </a:cubicBezTo>
                  <a:cubicBezTo>
                    <a:pt x="3106674" y="4377881"/>
                    <a:pt x="3212211" y="4386739"/>
                    <a:pt x="3316891" y="4402170"/>
                  </a:cubicBezTo>
                  <a:cubicBezTo>
                    <a:pt x="3404426" y="4415028"/>
                    <a:pt x="3493008" y="4433697"/>
                    <a:pt x="3578543" y="4413218"/>
                  </a:cubicBezTo>
                  <a:cubicBezTo>
                    <a:pt x="3639598" y="4398645"/>
                    <a:pt x="3693890" y="4365403"/>
                    <a:pt x="3746087" y="4330065"/>
                  </a:cubicBezTo>
                  <a:cubicBezTo>
                    <a:pt x="3829622" y="4273677"/>
                    <a:pt x="3909727" y="4212431"/>
                    <a:pt x="3986689" y="4147280"/>
                  </a:cubicBezTo>
                  <a:cubicBezTo>
                    <a:pt x="4157282" y="4002881"/>
                    <a:pt x="4311206" y="3840290"/>
                    <a:pt x="4469987" y="3682841"/>
                  </a:cubicBezTo>
                  <a:cubicBezTo>
                    <a:pt x="4561332" y="3592259"/>
                    <a:pt x="4653915" y="3503009"/>
                    <a:pt x="4742784" y="3409950"/>
                  </a:cubicBezTo>
                  <a:cubicBezTo>
                    <a:pt x="4847558" y="3300222"/>
                    <a:pt x="4947190" y="3185255"/>
                    <a:pt x="5029867" y="3058097"/>
                  </a:cubicBezTo>
                  <a:cubicBezTo>
                    <a:pt x="5107305" y="2939129"/>
                    <a:pt x="5168646" y="2810351"/>
                    <a:pt x="5211699" y="2675096"/>
                  </a:cubicBezTo>
                  <a:cubicBezTo>
                    <a:pt x="5267516" y="2500027"/>
                    <a:pt x="5292186" y="2317147"/>
                    <a:pt x="5326571" y="2136458"/>
                  </a:cubicBezTo>
                  <a:cubicBezTo>
                    <a:pt x="5349812" y="2014347"/>
                    <a:pt x="5378672" y="1893380"/>
                    <a:pt x="5407914" y="1772603"/>
                  </a:cubicBezTo>
                  <a:cubicBezTo>
                    <a:pt x="5434299" y="1663446"/>
                    <a:pt x="5460683" y="1552861"/>
                    <a:pt x="5517928" y="1456658"/>
                  </a:cubicBezTo>
                  <a:cubicBezTo>
                    <a:pt x="5550408" y="1402080"/>
                    <a:pt x="5592889" y="1353312"/>
                    <a:pt x="5649563" y="1325023"/>
                  </a:cubicBezTo>
                  <a:cubicBezTo>
                    <a:pt x="5744528" y="1277493"/>
                    <a:pt x="5856065" y="1296924"/>
                    <a:pt x="5963031" y="1289114"/>
                  </a:cubicBezTo>
                  <a:cubicBezTo>
                    <a:pt x="6042279" y="1283303"/>
                    <a:pt x="6120479" y="1262539"/>
                    <a:pt x="6185535" y="1217295"/>
                  </a:cubicBezTo>
                  <a:cubicBezTo>
                    <a:pt x="6261164" y="1164717"/>
                    <a:pt x="6312694" y="1083374"/>
                    <a:pt x="6326696" y="992315"/>
                  </a:cubicBezTo>
                  <a:cubicBezTo>
                    <a:pt x="6335459" y="935450"/>
                    <a:pt x="6328791" y="877253"/>
                    <a:pt x="6305169" y="824770"/>
                  </a:cubicBezTo>
                  <a:cubicBezTo>
                    <a:pt x="6273927" y="755333"/>
                    <a:pt x="6217158" y="701897"/>
                    <a:pt x="6156865" y="654844"/>
                  </a:cubicBezTo>
                  <a:cubicBezTo>
                    <a:pt x="6080379" y="595217"/>
                    <a:pt x="5996750" y="545687"/>
                    <a:pt x="5908072" y="506444"/>
                  </a:cubicBezTo>
                  <a:cubicBezTo>
                    <a:pt x="5803964" y="460343"/>
                    <a:pt x="5692807" y="426815"/>
                    <a:pt x="5606605" y="353282"/>
                  </a:cubicBezTo>
                  <a:cubicBezTo>
                    <a:pt x="5549170" y="304229"/>
                    <a:pt x="5503259" y="238887"/>
                    <a:pt x="5506117" y="164211"/>
                  </a:cubicBezTo>
                  <a:cubicBezTo>
                    <a:pt x="5508213" y="106109"/>
                    <a:pt x="5598890" y="0"/>
                    <a:pt x="5598890" y="0"/>
                  </a:cubicBezTo>
                </a:path>
              </a:pathLst>
            </a:custGeom>
            <a:noFill/>
            <a:ln w="12700" cap="rnd">
              <a:solidFill>
                <a:schemeClr val="bg2">
                  <a:alpha val="24000"/>
                </a:schemeClr>
              </a:solidFill>
              <a:prstDash val="lgDash"/>
              <a:round/>
            </a:ln>
          </p:spPr>
          <p:txBody>
            <a:bodyPr rtlCol="0" anchor="ctr"/>
            <a:lstStyle/>
            <a:p>
              <a:endParaRPr lang="en-US"/>
            </a:p>
          </p:txBody>
        </p:sp>
        <p:sp>
          <p:nvSpPr>
            <p:cNvPr id="274" name="Freeform: Shape 234">
              <a:extLst>
                <a:ext uri="{FF2B5EF4-FFF2-40B4-BE49-F238E27FC236}">
                  <a16:creationId xmlns:a16="http://schemas.microsoft.com/office/drawing/2014/main" id="{10E73585-6FEF-450D-ACF4-43753B261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00" y="12542"/>
              <a:ext cx="3256801" cy="2769035"/>
            </a:xfrm>
            <a:custGeom>
              <a:avLst/>
              <a:gdLst>
                <a:gd name="connsiteX0" fmla="*/ 0 w 2563086"/>
                <a:gd name="connsiteY0" fmla="*/ 2102930 h 2102929"/>
                <a:gd name="connsiteX1" fmla="*/ 625888 w 2563086"/>
                <a:gd name="connsiteY1" fmla="*/ 1834229 h 2102929"/>
                <a:gd name="connsiteX2" fmla="*/ 954024 w 2563086"/>
                <a:gd name="connsiteY2" fmla="*/ 1789938 h 2102929"/>
                <a:gd name="connsiteX3" fmla="*/ 1379125 w 2563086"/>
                <a:gd name="connsiteY3" fmla="*/ 1870329 h 2102929"/>
                <a:gd name="connsiteX4" fmla="*/ 1819466 w 2563086"/>
                <a:gd name="connsiteY4" fmla="*/ 2021300 h 2102929"/>
                <a:gd name="connsiteX5" fmla="*/ 2221040 w 2563086"/>
                <a:gd name="connsiteY5" fmla="*/ 2010251 h 2102929"/>
                <a:gd name="connsiteX6" fmla="*/ 2507647 w 2563086"/>
                <a:gd name="connsiteY6" fmla="*/ 1867567 h 2102929"/>
                <a:gd name="connsiteX7" fmla="*/ 2560225 w 2563086"/>
                <a:gd name="connsiteY7" fmla="*/ 1652873 h 2102929"/>
                <a:gd name="connsiteX8" fmla="*/ 2328958 w 2563086"/>
                <a:gd name="connsiteY8" fmla="*/ 1295495 h 2102929"/>
                <a:gd name="connsiteX9" fmla="*/ 1676686 w 2563086"/>
                <a:gd name="connsiteY9" fmla="*/ 812292 h 2102929"/>
                <a:gd name="connsiteX10" fmla="*/ 1436942 w 2563086"/>
                <a:gd name="connsiteY10" fmla="*/ 669036 h 2102929"/>
                <a:gd name="connsiteX11" fmla="*/ 1157288 w 2563086"/>
                <a:gd name="connsiteY11" fmla="*/ 498634 h 2102929"/>
                <a:gd name="connsiteX12" fmla="*/ 928783 w 2563086"/>
                <a:gd name="connsiteY12" fmla="*/ 355949 h 2102929"/>
                <a:gd name="connsiteX13" fmla="*/ 649510 w 2563086"/>
                <a:gd name="connsiteY13" fmla="*/ 161639 h 2102929"/>
                <a:gd name="connsiteX14" fmla="*/ 373190 w 2563086"/>
                <a:gd name="connsiteY14" fmla="*/ 0 h 210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63086" h="2102929">
                  <a:moveTo>
                    <a:pt x="0" y="2102930"/>
                  </a:moveTo>
                  <a:cubicBezTo>
                    <a:pt x="182499" y="1964341"/>
                    <a:pt x="402717" y="1887855"/>
                    <a:pt x="625888" y="1834229"/>
                  </a:cubicBezTo>
                  <a:cubicBezTo>
                    <a:pt x="733711" y="1808321"/>
                    <a:pt x="843248" y="1789557"/>
                    <a:pt x="954024" y="1789938"/>
                  </a:cubicBezTo>
                  <a:cubicBezTo>
                    <a:pt x="1098995" y="1790414"/>
                    <a:pt x="1241965" y="1822609"/>
                    <a:pt x="1379125" y="1870329"/>
                  </a:cubicBezTo>
                  <a:cubicBezTo>
                    <a:pt x="1526191" y="1921478"/>
                    <a:pt x="1666780" y="1992059"/>
                    <a:pt x="1819466" y="2021300"/>
                  </a:cubicBezTo>
                  <a:cubicBezTo>
                    <a:pt x="1952244" y="2046827"/>
                    <a:pt x="2088356" y="2037112"/>
                    <a:pt x="2221040" y="2010251"/>
                  </a:cubicBezTo>
                  <a:cubicBezTo>
                    <a:pt x="2329720" y="1988249"/>
                    <a:pt x="2440877" y="1954530"/>
                    <a:pt x="2507647" y="1867567"/>
                  </a:cubicBezTo>
                  <a:cubicBezTo>
                    <a:pt x="2554320" y="1806702"/>
                    <a:pt x="2570226" y="1729073"/>
                    <a:pt x="2560225" y="1652873"/>
                  </a:cubicBezTo>
                  <a:cubicBezTo>
                    <a:pt x="2541270" y="1508665"/>
                    <a:pt x="2436019" y="1396175"/>
                    <a:pt x="2328958" y="1295495"/>
                  </a:cubicBezTo>
                  <a:cubicBezTo>
                    <a:pt x="2131314" y="1109567"/>
                    <a:pt x="1908429" y="953643"/>
                    <a:pt x="1676686" y="812292"/>
                  </a:cubicBezTo>
                  <a:cubicBezTo>
                    <a:pt x="1597152" y="763810"/>
                    <a:pt x="1516856" y="716756"/>
                    <a:pt x="1436942" y="669036"/>
                  </a:cubicBezTo>
                  <a:cubicBezTo>
                    <a:pt x="1343216" y="613029"/>
                    <a:pt x="1250442" y="555498"/>
                    <a:pt x="1157288" y="498634"/>
                  </a:cubicBezTo>
                  <a:cubicBezTo>
                    <a:pt x="1080611" y="451866"/>
                    <a:pt x="1003745" y="405479"/>
                    <a:pt x="928783" y="355949"/>
                  </a:cubicBezTo>
                  <a:cubicBezTo>
                    <a:pt x="834200" y="293465"/>
                    <a:pt x="743140" y="225552"/>
                    <a:pt x="649510" y="161639"/>
                  </a:cubicBezTo>
                  <a:cubicBezTo>
                    <a:pt x="539496" y="86487"/>
                    <a:pt x="373190" y="0"/>
                    <a:pt x="373190" y="0"/>
                  </a:cubicBezTo>
                </a:path>
              </a:pathLst>
            </a:custGeom>
            <a:noFill/>
            <a:ln w="12700" cap="rnd">
              <a:solidFill>
                <a:schemeClr val="bg2">
                  <a:alpha val="24000"/>
                </a:schemeClr>
              </a:solidFill>
              <a:prstDash val="lgDash"/>
              <a:round/>
            </a:ln>
          </p:spPr>
          <p:txBody>
            <a:bodyPr rtlCol="0" anchor="ctr"/>
            <a:lstStyle/>
            <a:p>
              <a:endParaRPr lang="en-US" dirty="0"/>
            </a:p>
          </p:txBody>
        </p:sp>
        <p:sp>
          <p:nvSpPr>
            <p:cNvPr id="275" name="Freeform: Shape 235">
              <a:extLst>
                <a:ext uri="{FF2B5EF4-FFF2-40B4-BE49-F238E27FC236}">
                  <a16:creationId xmlns:a16="http://schemas.microsoft.com/office/drawing/2014/main" id="{1C001581-36A8-4337-9483-F4EF7D8AB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88" y="0"/>
              <a:ext cx="12542" cy="12542"/>
            </a:xfrm>
            <a:custGeom>
              <a:avLst/>
              <a:gdLst/>
              <a:ahLst/>
              <a:cxnLst/>
              <a:rect l="l" t="t" r="r" b="b"/>
              <a:pathLst>
                <a:path w="9525" h="9525"/>
              </a:pathLst>
            </a:custGeom>
            <a:noFill/>
            <a:ln w="12700" cap="rnd">
              <a:solidFill>
                <a:schemeClr val="bg2">
                  <a:alpha val="24000"/>
                </a:schemeClr>
              </a:solidFill>
              <a:prstDash val="lgDash"/>
              <a:round/>
            </a:ln>
          </p:spPr>
          <p:txBody>
            <a:bodyPr rtlCol="0" anchor="ctr"/>
            <a:lstStyle/>
            <a:p>
              <a:endParaRPr lang="en-US"/>
            </a:p>
          </p:txBody>
        </p:sp>
        <p:sp>
          <p:nvSpPr>
            <p:cNvPr id="237" name="Freeform: Shape 236">
              <a:extLst>
                <a:ext uri="{FF2B5EF4-FFF2-40B4-BE49-F238E27FC236}">
                  <a16:creationId xmlns:a16="http://schemas.microsoft.com/office/drawing/2014/main" id="{C23005D3-3504-414B-8CCE-FB24909FB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88" y="0"/>
              <a:ext cx="12542" cy="12542"/>
            </a:xfrm>
            <a:custGeom>
              <a:avLst/>
              <a:gdLst/>
              <a:ahLst/>
              <a:cxnLst/>
              <a:rect l="l" t="t" r="r" b="b"/>
              <a:pathLst>
                <a:path w="9525" h="9525"/>
              </a:pathLst>
            </a:custGeom>
            <a:noFill/>
            <a:ln w="12700" cap="rnd">
              <a:solidFill>
                <a:schemeClr val="bg2">
                  <a:alpha val="24000"/>
                </a:schemeClr>
              </a:solidFill>
              <a:prstDash val="lgDash"/>
              <a:round/>
            </a:ln>
          </p:spPr>
          <p:txBody>
            <a:bodyPr rtlCol="0" anchor="ctr"/>
            <a:lstStyle/>
            <a:p>
              <a:endParaRPr lang="en-US"/>
            </a:p>
          </p:txBody>
        </p:sp>
        <p:sp>
          <p:nvSpPr>
            <p:cNvPr id="276" name="Freeform: Shape 237">
              <a:extLst>
                <a:ext uri="{FF2B5EF4-FFF2-40B4-BE49-F238E27FC236}">
                  <a16:creationId xmlns:a16="http://schemas.microsoft.com/office/drawing/2014/main" id="{A32D3363-EEDD-4E2A-99C2-02CC29F56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40" y="232906"/>
              <a:ext cx="1832649" cy="1702458"/>
            </a:xfrm>
            <a:custGeom>
              <a:avLst/>
              <a:gdLst>
                <a:gd name="connsiteX0" fmla="*/ 0 w 1391796"/>
                <a:gd name="connsiteY0" fmla="*/ 1292924 h 1292923"/>
                <a:gd name="connsiteX1" fmla="*/ 696563 w 1391796"/>
                <a:gd name="connsiteY1" fmla="*/ 1150906 h 1292923"/>
                <a:gd name="connsiteX2" fmla="*/ 993934 w 1391796"/>
                <a:gd name="connsiteY2" fmla="*/ 1192435 h 1292923"/>
                <a:gd name="connsiteX3" fmla="*/ 1155097 w 1391796"/>
                <a:gd name="connsiteY3" fmla="*/ 1192435 h 1292923"/>
                <a:gd name="connsiteX4" fmla="*/ 1324547 w 1391796"/>
                <a:gd name="connsiteY4" fmla="*/ 1184148 h 1292923"/>
                <a:gd name="connsiteX5" fmla="*/ 1381030 w 1391796"/>
                <a:gd name="connsiteY5" fmla="*/ 1149191 h 1292923"/>
                <a:gd name="connsiteX6" fmla="*/ 1357789 w 1391796"/>
                <a:gd name="connsiteY6" fmla="*/ 1027843 h 1292923"/>
                <a:gd name="connsiteX7" fmla="*/ 1136809 w 1391796"/>
                <a:gd name="connsiteY7" fmla="*/ 838295 h 1292923"/>
                <a:gd name="connsiteX8" fmla="*/ 804482 w 1391796"/>
                <a:gd name="connsiteY8" fmla="*/ 595598 h 1292923"/>
                <a:gd name="connsiteX9" fmla="*/ 530352 w 1391796"/>
                <a:gd name="connsiteY9" fmla="*/ 381191 h 1292923"/>
                <a:gd name="connsiteX10" fmla="*/ 0 w 1391796"/>
                <a:gd name="connsiteY10" fmla="*/ 0 h 129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1796" h="1292923">
                  <a:moveTo>
                    <a:pt x="0" y="1292924"/>
                  </a:moveTo>
                  <a:cubicBezTo>
                    <a:pt x="158877" y="1243108"/>
                    <a:pt x="531019" y="1138047"/>
                    <a:pt x="696563" y="1150906"/>
                  </a:cubicBezTo>
                  <a:cubicBezTo>
                    <a:pt x="796481" y="1158621"/>
                    <a:pt x="894017" y="1185863"/>
                    <a:pt x="993934" y="1192435"/>
                  </a:cubicBezTo>
                  <a:cubicBezTo>
                    <a:pt x="1047559" y="1195959"/>
                    <a:pt x="1101376" y="1192054"/>
                    <a:pt x="1155097" y="1192435"/>
                  </a:cubicBezTo>
                  <a:cubicBezTo>
                    <a:pt x="1212056" y="1192816"/>
                    <a:pt x="1269683" y="1198626"/>
                    <a:pt x="1324547" y="1184148"/>
                  </a:cubicBezTo>
                  <a:cubicBezTo>
                    <a:pt x="1346930" y="1178243"/>
                    <a:pt x="1368266" y="1168241"/>
                    <a:pt x="1381030" y="1149191"/>
                  </a:cubicBezTo>
                  <a:cubicBezTo>
                    <a:pt x="1405795" y="1112425"/>
                    <a:pt x="1383506" y="1065752"/>
                    <a:pt x="1357789" y="1027843"/>
                  </a:cubicBezTo>
                  <a:cubicBezTo>
                    <a:pt x="1302734" y="946880"/>
                    <a:pt x="1218152" y="893540"/>
                    <a:pt x="1136809" y="838295"/>
                  </a:cubicBezTo>
                  <a:cubicBezTo>
                    <a:pt x="1023271" y="761238"/>
                    <a:pt x="912971" y="679609"/>
                    <a:pt x="804482" y="595598"/>
                  </a:cubicBezTo>
                  <a:cubicBezTo>
                    <a:pt x="712756" y="524542"/>
                    <a:pt x="620459" y="454247"/>
                    <a:pt x="530352" y="381191"/>
                  </a:cubicBezTo>
                  <a:cubicBezTo>
                    <a:pt x="378809" y="258318"/>
                    <a:pt x="149733" y="125063"/>
                    <a:pt x="0" y="0"/>
                  </a:cubicBezTo>
                </a:path>
              </a:pathLst>
            </a:custGeom>
            <a:noFill/>
            <a:ln w="12700" cap="rnd">
              <a:solidFill>
                <a:schemeClr val="bg2">
                  <a:alpha val="24000"/>
                </a:schemeClr>
              </a:solidFill>
              <a:prstDash val="lgDash"/>
              <a:round/>
            </a:ln>
          </p:spPr>
          <p:txBody>
            <a:bodyPr rtlCol="0" anchor="ctr"/>
            <a:lstStyle/>
            <a:p>
              <a:endParaRPr lang="en-US"/>
            </a:p>
          </p:txBody>
        </p:sp>
        <p:sp>
          <p:nvSpPr>
            <p:cNvPr id="239" name="Freeform: Shape 238">
              <a:extLst>
                <a:ext uri="{FF2B5EF4-FFF2-40B4-BE49-F238E27FC236}">
                  <a16:creationId xmlns:a16="http://schemas.microsoft.com/office/drawing/2014/main" id="{F3320B91-B7AF-4A1C-9AA7-A88877468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4787" y="27843"/>
              <a:ext cx="2207527" cy="1610525"/>
            </a:xfrm>
            <a:custGeom>
              <a:avLst/>
              <a:gdLst>
                <a:gd name="connsiteX0" fmla="*/ 1676495 w 1676495"/>
                <a:gd name="connsiteY0" fmla="*/ 1223105 h 1223105"/>
                <a:gd name="connsiteX1" fmla="*/ 1421702 w 1676495"/>
                <a:gd name="connsiteY1" fmla="*/ 1000792 h 1223105"/>
                <a:gd name="connsiteX2" fmla="*/ 1024604 w 1676495"/>
                <a:gd name="connsiteY2" fmla="*/ 744760 h 1223105"/>
                <a:gd name="connsiteX3" fmla="*/ 444722 w 1676495"/>
                <a:gd name="connsiteY3" fmla="*/ 345758 h 1223105"/>
                <a:gd name="connsiteX4" fmla="*/ 0 w 1676495"/>
                <a:gd name="connsiteY4" fmla="*/ 0 h 1223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105">
                  <a:moveTo>
                    <a:pt x="1676495" y="1223105"/>
                  </a:moveTo>
                  <a:cubicBezTo>
                    <a:pt x="1603724" y="1136523"/>
                    <a:pt x="1514094" y="1066324"/>
                    <a:pt x="1421702" y="1000792"/>
                  </a:cubicBezTo>
                  <a:cubicBezTo>
                    <a:pt x="1293209" y="909733"/>
                    <a:pt x="1158526" y="827723"/>
                    <a:pt x="1024604" y="744760"/>
                  </a:cubicBezTo>
                  <a:cubicBezTo>
                    <a:pt x="824770" y="621030"/>
                    <a:pt x="623888" y="497777"/>
                    <a:pt x="444722" y="345758"/>
                  </a:cubicBezTo>
                  <a:cubicBezTo>
                    <a:pt x="330518" y="248888"/>
                    <a:pt x="135731" y="61817"/>
                    <a:pt x="0" y="0"/>
                  </a:cubicBezTo>
                </a:path>
              </a:pathLst>
            </a:custGeom>
            <a:noFill/>
            <a:ln w="12700" cap="rnd">
              <a:solidFill>
                <a:schemeClr val="bg2">
                  <a:alpha val="24000"/>
                </a:schemeClr>
              </a:solidFill>
              <a:prstDash val="lgDash"/>
              <a:round/>
            </a:ln>
          </p:spPr>
          <p:txBody>
            <a:bodyPr rtlCol="0" anchor="ctr"/>
            <a:lstStyle/>
            <a:p>
              <a:endParaRPr lang="en-US"/>
            </a:p>
          </p:txBody>
        </p:sp>
        <p:sp>
          <p:nvSpPr>
            <p:cNvPr id="240" name="Freeform: Shape 239">
              <a:extLst>
                <a:ext uri="{FF2B5EF4-FFF2-40B4-BE49-F238E27FC236}">
                  <a16:creationId xmlns:a16="http://schemas.microsoft.com/office/drawing/2014/main" id="{C4D9CB6C-49EF-4AB1-AA5D-DAF414CADC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40" y="1638243"/>
              <a:ext cx="2318558" cy="594242"/>
            </a:xfrm>
            <a:custGeom>
              <a:avLst/>
              <a:gdLst>
                <a:gd name="connsiteX0" fmla="*/ 0 w 1760817"/>
                <a:gd name="connsiteY0" fmla="*/ 451295 h 451294"/>
                <a:gd name="connsiteX1" fmla="*/ 335661 w 1760817"/>
                <a:gd name="connsiteY1" fmla="*/ 319373 h 451294"/>
                <a:gd name="connsiteX2" fmla="*/ 629984 w 1760817"/>
                <a:gd name="connsiteY2" fmla="*/ 264319 h 451294"/>
                <a:gd name="connsiteX3" fmla="*/ 878777 w 1760817"/>
                <a:gd name="connsiteY3" fmla="*/ 278702 h 451294"/>
                <a:gd name="connsiteX4" fmla="*/ 1024700 w 1760817"/>
                <a:gd name="connsiteY4" fmla="*/ 302609 h 451294"/>
                <a:gd name="connsiteX5" fmla="*/ 1316641 w 1760817"/>
                <a:gd name="connsiteY5" fmla="*/ 360045 h 451294"/>
                <a:gd name="connsiteX6" fmla="*/ 1527143 w 1760817"/>
                <a:gd name="connsiteY6" fmla="*/ 386334 h 451294"/>
                <a:gd name="connsiteX7" fmla="*/ 1704023 w 1760817"/>
                <a:gd name="connsiteY7" fmla="*/ 0 h 45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0817" h="451294">
                  <a:moveTo>
                    <a:pt x="0" y="451295"/>
                  </a:moveTo>
                  <a:cubicBezTo>
                    <a:pt x="77438" y="429292"/>
                    <a:pt x="257270" y="337852"/>
                    <a:pt x="335661" y="319373"/>
                  </a:cubicBezTo>
                  <a:cubicBezTo>
                    <a:pt x="433007" y="296418"/>
                    <a:pt x="530162" y="270510"/>
                    <a:pt x="629984" y="264319"/>
                  </a:cubicBezTo>
                  <a:cubicBezTo>
                    <a:pt x="713137" y="259080"/>
                    <a:pt x="796290" y="266891"/>
                    <a:pt x="878777" y="278702"/>
                  </a:cubicBezTo>
                  <a:cubicBezTo>
                    <a:pt x="927545" y="285655"/>
                    <a:pt x="976217" y="293751"/>
                    <a:pt x="1024700" y="302609"/>
                  </a:cubicBezTo>
                  <a:cubicBezTo>
                    <a:pt x="1122236" y="320516"/>
                    <a:pt x="1219581" y="339471"/>
                    <a:pt x="1316641" y="360045"/>
                  </a:cubicBezTo>
                  <a:cubicBezTo>
                    <a:pt x="1386269" y="374809"/>
                    <a:pt x="1456277" y="389763"/>
                    <a:pt x="1527143" y="386334"/>
                  </a:cubicBezTo>
                  <a:cubicBezTo>
                    <a:pt x="1592008" y="383191"/>
                    <a:pt x="1881569" y="391287"/>
                    <a:pt x="1704023" y="0"/>
                  </a:cubicBezTo>
                </a:path>
              </a:pathLst>
            </a:custGeom>
            <a:noFill/>
            <a:ln w="12700" cap="rnd">
              <a:solidFill>
                <a:schemeClr val="bg2">
                  <a:alpha val="24000"/>
                </a:schemeClr>
              </a:solidFill>
              <a:prstDash val="lgDash"/>
              <a:round/>
            </a:ln>
          </p:spPr>
          <p:txBody>
            <a:bodyPr rtlCol="0" anchor="ctr"/>
            <a:lstStyle/>
            <a:p>
              <a:endParaRPr lang="en-US"/>
            </a:p>
          </p:txBody>
        </p:sp>
        <p:sp>
          <p:nvSpPr>
            <p:cNvPr id="241" name="Freeform: Shape 240">
              <a:extLst>
                <a:ext uri="{FF2B5EF4-FFF2-40B4-BE49-F238E27FC236}">
                  <a16:creationId xmlns:a16="http://schemas.microsoft.com/office/drawing/2014/main" id="{41D14721-69D1-49E6-97E1-7C1B7E8969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6372" y="454013"/>
              <a:ext cx="256959" cy="983296"/>
            </a:xfrm>
            <a:custGeom>
              <a:avLst/>
              <a:gdLst>
                <a:gd name="connsiteX0" fmla="*/ 90011 w 267734"/>
                <a:gd name="connsiteY0" fmla="*/ 746760 h 746759"/>
                <a:gd name="connsiteX1" fmla="*/ 250603 w 267734"/>
                <a:gd name="connsiteY1" fmla="*/ 541782 h 746759"/>
                <a:gd name="connsiteX2" fmla="*/ 250603 w 267734"/>
                <a:gd name="connsiteY2" fmla="*/ 325660 h 746759"/>
                <a:gd name="connsiteX3" fmla="*/ 0 w 267734"/>
                <a:gd name="connsiteY3" fmla="*/ 0 h 746759"/>
              </a:gdLst>
              <a:ahLst/>
              <a:cxnLst>
                <a:cxn ang="0">
                  <a:pos x="connsiteX0" y="connsiteY0"/>
                </a:cxn>
                <a:cxn ang="0">
                  <a:pos x="connsiteX1" y="connsiteY1"/>
                </a:cxn>
                <a:cxn ang="0">
                  <a:pos x="connsiteX2" y="connsiteY2"/>
                </a:cxn>
                <a:cxn ang="0">
                  <a:pos x="connsiteX3" y="connsiteY3"/>
                </a:cxn>
              </a:cxnLst>
              <a:rect l="l" t="t" r="r" b="b"/>
              <a:pathLst>
                <a:path w="267734" h="746759">
                  <a:moveTo>
                    <a:pt x="90011" y="746760"/>
                  </a:moveTo>
                  <a:cubicBezTo>
                    <a:pt x="159353" y="691801"/>
                    <a:pt x="221456" y="624935"/>
                    <a:pt x="250603" y="541782"/>
                  </a:cubicBezTo>
                  <a:cubicBezTo>
                    <a:pt x="275082" y="471868"/>
                    <a:pt x="271748" y="396907"/>
                    <a:pt x="250603" y="325660"/>
                  </a:cubicBezTo>
                  <a:cubicBezTo>
                    <a:pt x="210598" y="190500"/>
                    <a:pt x="117634" y="77629"/>
                    <a:pt x="0" y="0"/>
                  </a:cubicBezTo>
                </a:path>
              </a:pathLst>
            </a:custGeom>
            <a:noFill/>
            <a:ln w="12700" cap="rnd">
              <a:solidFill>
                <a:schemeClr val="bg2">
                  <a:alpha val="24000"/>
                </a:schemeClr>
              </a:solidFill>
              <a:prstDash val="lgDash"/>
              <a:round/>
            </a:ln>
          </p:spPr>
          <p:txBody>
            <a:bodyPr rtlCol="0" anchor="ctr"/>
            <a:lstStyle/>
            <a:p>
              <a:endParaRPr lang="en-US" dirty="0"/>
            </a:p>
          </p:txBody>
        </p:sp>
        <p:sp>
          <p:nvSpPr>
            <p:cNvPr id="277" name="Freeform: Shape 241">
              <a:extLst>
                <a:ext uri="{FF2B5EF4-FFF2-40B4-BE49-F238E27FC236}">
                  <a16:creationId xmlns:a16="http://schemas.microsoft.com/office/drawing/2014/main" id="{EA32776C-ED61-40AC-AAE2-946D61FB0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3887" y="12542"/>
              <a:ext cx="6404043" cy="1673812"/>
            </a:xfrm>
            <a:custGeom>
              <a:avLst/>
              <a:gdLst>
                <a:gd name="connsiteX0" fmla="*/ 0 w 4863517"/>
                <a:gd name="connsiteY0" fmla="*/ 0 h 1271168"/>
                <a:gd name="connsiteX1" fmla="*/ 176879 w 4863517"/>
                <a:gd name="connsiteY1" fmla="*/ 115157 h 1271168"/>
                <a:gd name="connsiteX2" fmla="*/ 400812 w 4863517"/>
                <a:gd name="connsiteY2" fmla="*/ 277178 h 1271168"/>
                <a:gd name="connsiteX3" fmla="*/ 652367 w 4863517"/>
                <a:gd name="connsiteY3" fmla="*/ 421958 h 1271168"/>
                <a:gd name="connsiteX4" fmla="*/ 1110615 w 4863517"/>
                <a:gd name="connsiteY4" fmla="*/ 690848 h 1271168"/>
                <a:gd name="connsiteX5" fmla="*/ 1410843 w 4863517"/>
                <a:gd name="connsiteY5" fmla="*/ 830580 h 1271168"/>
                <a:gd name="connsiteX6" fmla="*/ 1585341 w 4863517"/>
                <a:gd name="connsiteY6" fmla="*/ 917067 h 1271168"/>
                <a:gd name="connsiteX7" fmla="*/ 1896046 w 4863517"/>
                <a:gd name="connsiteY7" fmla="*/ 1114901 h 1271168"/>
                <a:gd name="connsiteX8" fmla="*/ 2042255 w 4863517"/>
                <a:gd name="connsiteY8" fmla="*/ 1204627 h 1271168"/>
                <a:gd name="connsiteX9" fmla="*/ 2276570 w 4863517"/>
                <a:gd name="connsiteY9" fmla="*/ 1271111 h 1271168"/>
                <a:gd name="connsiteX10" fmla="*/ 2568988 w 4863517"/>
                <a:gd name="connsiteY10" fmla="*/ 1128141 h 1271168"/>
                <a:gd name="connsiteX11" fmla="*/ 2726817 w 4863517"/>
                <a:gd name="connsiteY11" fmla="*/ 882110 h 1271168"/>
                <a:gd name="connsiteX12" fmla="*/ 2861881 w 4863517"/>
                <a:gd name="connsiteY12" fmla="*/ 574929 h 1271168"/>
                <a:gd name="connsiteX13" fmla="*/ 2990660 w 4863517"/>
                <a:gd name="connsiteY13" fmla="*/ 411480 h 1271168"/>
                <a:gd name="connsiteX14" fmla="*/ 3259264 w 4863517"/>
                <a:gd name="connsiteY14" fmla="*/ 292322 h 1271168"/>
                <a:gd name="connsiteX15" fmla="*/ 3482150 w 4863517"/>
                <a:gd name="connsiteY15" fmla="*/ 325565 h 1271168"/>
                <a:gd name="connsiteX16" fmla="*/ 3824192 w 4863517"/>
                <a:gd name="connsiteY16" fmla="*/ 383762 h 1271168"/>
                <a:gd name="connsiteX17" fmla="*/ 4206145 w 4863517"/>
                <a:gd name="connsiteY17" fmla="*/ 420434 h 1271168"/>
                <a:gd name="connsiteX18" fmla="*/ 4505230 w 4863517"/>
                <a:gd name="connsiteY18" fmla="*/ 420434 h 1271168"/>
                <a:gd name="connsiteX19" fmla="*/ 4820127 w 4863517"/>
                <a:gd name="connsiteY19" fmla="*/ 349091 h 1271168"/>
                <a:gd name="connsiteX20" fmla="*/ 4863370 w 4863517"/>
                <a:gd name="connsiteY20" fmla="*/ 242316 h 1271168"/>
                <a:gd name="connsiteX21" fmla="*/ 4760691 w 4863517"/>
                <a:gd name="connsiteY21" fmla="*/ 0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63517"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6" y="509492"/>
                    <a:pt x="953167" y="609695"/>
                    <a:pt x="1110615" y="690848"/>
                  </a:cubicBezTo>
                  <a:cubicBezTo>
                    <a:pt x="1208723" y="741426"/>
                    <a:pt x="1310450" y="784670"/>
                    <a:pt x="1410843" y="830580"/>
                  </a:cubicBezTo>
                  <a:cubicBezTo>
                    <a:pt x="1469898" y="857631"/>
                    <a:pt x="1528477" y="885635"/>
                    <a:pt x="1585341" y="917067"/>
                  </a:cubicBezTo>
                  <a:cubicBezTo>
                    <a:pt x="1692878" y="976408"/>
                    <a:pt x="1794034" y="1046417"/>
                    <a:pt x="1896046"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1" y="574929"/>
                  </a:cubicBezTo>
                  <a:cubicBezTo>
                    <a:pt x="2896076" y="513969"/>
                    <a:pt x="2938558" y="457962"/>
                    <a:pt x="2990660" y="411480"/>
                  </a:cubicBezTo>
                  <a:cubicBezTo>
                    <a:pt x="3065812" y="344329"/>
                    <a:pt x="3158966" y="297466"/>
                    <a:pt x="3259264" y="292322"/>
                  </a:cubicBezTo>
                  <a:cubicBezTo>
                    <a:pt x="3334607" y="288417"/>
                    <a:pt x="3408426" y="308324"/>
                    <a:pt x="3482150" y="325565"/>
                  </a:cubicBezTo>
                  <a:cubicBezTo>
                    <a:pt x="3594830" y="351854"/>
                    <a:pt x="3709416" y="368618"/>
                    <a:pt x="3824192" y="383762"/>
                  </a:cubicBezTo>
                  <a:cubicBezTo>
                    <a:pt x="3951065" y="400431"/>
                    <a:pt x="4078319" y="415290"/>
                    <a:pt x="4206145" y="420434"/>
                  </a:cubicBezTo>
                  <a:cubicBezTo>
                    <a:pt x="4305777" y="424434"/>
                    <a:pt x="4405503" y="419957"/>
                    <a:pt x="4505230" y="420434"/>
                  </a:cubicBezTo>
                  <a:cubicBezTo>
                    <a:pt x="4619435" y="421005"/>
                    <a:pt x="4745641" y="432149"/>
                    <a:pt x="4820127" y="349091"/>
                  </a:cubicBezTo>
                  <a:cubicBezTo>
                    <a:pt x="4846701" y="319469"/>
                    <a:pt x="4861655" y="282131"/>
                    <a:pt x="4863370" y="242316"/>
                  </a:cubicBezTo>
                  <a:cubicBezTo>
                    <a:pt x="4868037" y="134493"/>
                    <a:pt x="4760691" y="0"/>
                    <a:pt x="4760691" y="0"/>
                  </a:cubicBezTo>
                </a:path>
              </a:pathLst>
            </a:custGeom>
            <a:noFill/>
            <a:ln w="12700" cap="rnd">
              <a:solidFill>
                <a:schemeClr val="bg2">
                  <a:alpha val="24000"/>
                </a:schemeClr>
              </a:solidFill>
              <a:prstDash val="lgDash"/>
              <a:round/>
            </a:ln>
          </p:spPr>
          <p:txBody>
            <a:bodyPr rtlCol="0" anchor="ctr"/>
            <a:lstStyle/>
            <a:p>
              <a:endParaRPr lang="en-US"/>
            </a:p>
          </p:txBody>
        </p:sp>
        <p:sp>
          <p:nvSpPr>
            <p:cNvPr id="243" name="Freeform: Shape 242">
              <a:extLst>
                <a:ext uri="{FF2B5EF4-FFF2-40B4-BE49-F238E27FC236}">
                  <a16:creationId xmlns:a16="http://schemas.microsoft.com/office/drawing/2014/main" id="{ACE9D8A5-BB4F-469A-A640-C4A2EB64F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0816" y="12291"/>
              <a:ext cx="5654210" cy="1210473"/>
            </a:xfrm>
            <a:custGeom>
              <a:avLst/>
              <a:gdLst>
                <a:gd name="connsiteX0" fmla="*/ 0 w 4294060"/>
                <a:gd name="connsiteY0" fmla="*/ 190 h 919287"/>
                <a:gd name="connsiteX1" fmla="*/ 417862 w 4294060"/>
                <a:gd name="connsiteY1" fmla="*/ 274606 h 919287"/>
                <a:gd name="connsiteX2" fmla="*/ 980218 w 4294060"/>
                <a:gd name="connsiteY2" fmla="*/ 608171 h 919287"/>
                <a:gd name="connsiteX3" fmla="*/ 1473137 w 4294060"/>
                <a:gd name="connsiteY3" fmla="*/ 792480 h 919287"/>
                <a:gd name="connsiteX4" fmla="*/ 1827276 w 4294060"/>
                <a:gd name="connsiteY4" fmla="*/ 914591 h 919287"/>
                <a:gd name="connsiteX5" fmla="*/ 2119217 w 4294060"/>
                <a:gd name="connsiteY5" fmla="*/ 847535 h 919287"/>
                <a:gd name="connsiteX6" fmla="*/ 2269998 w 4294060"/>
                <a:gd name="connsiteY6" fmla="*/ 610553 h 919287"/>
                <a:gd name="connsiteX7" fmla="*/ 2413540 w 4294060"/>
                <a:gd name="connsiteY7" fmla="*/ 361569 h 919287"/>
                <a:gd name="connsiteX8" fmla="*/ 2683859 w 4294060"/>
                <a:gd name="connsiteY8" fmla="*/ 67151 h 919287"/>
                <a:gd name="connsiteX9" fmla="*/ 3030760 w 4294060"/>
                <a:gd name="connsiteY9" fmla="*/ 36005 h 919287"/>
                <a:gd name="connsiteX10" fmla="*/ 3356134 w 4294060"/>
                <a:gd name="connsiteY10" fmla="*/ 129350 h 919287"/>
                <a:gd name="connsiteX11" fmla="*/ 3674364 w 4294060"/>
                <a:gd name="connsiteY11" fmla="*/ 244221 h 919287"/>
                <a:gd name="connsiteX12" fmla="*/ 3968687 w 4294060"/>
                <a:gd name="connsiteY12" fmla="*/ 244221 h 919287"/>
                <a:gd name="connsiteX13" fmla="*/ 4157662 w 4294060"/>
                <a:gd name="connsiteY13" fmla="*/ 177165 h 919287"/>
                <a:gd name="connsiteX14" fmla="*/ 4271296 w 4294060"/>
                <a:gd name="connsiteY14" fmla="*/ 63437 h 919287"/>
                <a:gd name="connsiteX15" fmla="*/ 4294061 w 4294060"/>
                <a:gd name="connsiteY15" fmla="*/ 0 h 919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94060" h="919287">
                  <a:moveTo>
                    <a:pt x="0" y="190"/>
                  </a:moveTo>
                  <a:cubicBezTo>
                    <a:pt x="0" y="190"/>
                    <a:pt x="243745" y="162211"/>
                    <a:pt x="417862" y="274606"/>
                  </a:cubicBezTo>
                  <a:cubicBezTo>
                    <a:pt x="601408" y="393097"/>
                    <a:pt x="781145" y="518922"/>
                    <a:pt x="980218" y="608171"/>
                  </a:cubicBezTo>
                  <a:cubicBezTo>
                    <a:pt x="1140333" y="679990"/>
                    <a:pt x="1310545" y="726281"/>
                    <a:pt x="1473137" y="792480"/>
                  </a:cubicBezTo>
                  <a:cubicBezTo>
                    <a:pt x="1589532" y="839915"/>
                    <a:pt x="1702975" y="898112"/>
                    <a:pt x="1827276" y="914591"/>
                  </a:cubicBezTo>
                  <a:cubicBezTo>
                    <a:pt x="1930813" y="928307"/>
                    <a:pt x="2039207" y="913733"/>
                    <a:pt x="2119217" y="847535"/>
                  </a:cubicBezTo>
                  <a:cubicBezTo>
                    <a:pt x="2192084" y="787146"/>
                    <a:pt x="2228183" y="696278"/>
                    <a:pt x="2269998" y="610553"/>
                  </a:cubicBezTo>
                  <a:cubicBezTo>
                    <a:pt x="2312003" y="524351"/>
                    <a:pt x="2362867" y="442913"/>
                    <a:pt x="2413540" y="361569"/>
                  </a:cubicBezTo>
                  <a:cubicBezTo>
                    <a:pt x="2485835" y="245650"/>
                    <a:pt x="2562511" y="127064"/>
                    <a:pt x="2683859" y="67151"/>
                  </a:cubicBezTo>
                  <a:cubicBezTo>
                    <a:pt x="2790254" y="14573"/>
                    <a:pt x="2912935" y="16764"/>
                    <a:pt x="3030760" y="36005"/>
                  </a:cubicBezTo>
                  <a:cubicBezTo>
                    <a:pt x="3142393" y="54293"/>
                    <a:pt x="3251073" y="87344"/>
                    <a:pt x="3356134" y="129350"/>
                  </a:cubicBezTo>
                  <a:cubicBezTo>
                    <a:pt x="3461194" y="171355"/>
                    <a:pt x="3563588" y="221742"/>
                    <a:pt x="3674364" y="244221"/>
                  </a:cubicBezTo>
                  <a:cubicBezTo>
                    <a:pt x="3771233" y="263938"/>
                    <a:pt x="3871341" y="262319"/>
                    <a:pt x="3968687" y="244221"/>
                  </a:cubicBezTo>
                  <a:cubicBezTo>
                    <a:pt x="4034981" y="231839"/>
                    <a:pt x="4099941" y="211931"/>
                    <a:pt x="4157662" y="177165"/>
                  </a:cubicBezTo>
                  <a:cubicBezTo>
                    <a:pt x="4204526" y="148971"/>
                    <a:pt x="4246817" y="112300"/>
                    <a:pt x="4271296" y="63437"/>
                  </a:cubicBezTo>
                  <a:cubicBezTo>
                    <a:pt x="4286441" y="33242"/>
                    <a:pt x="4294061" y="0"/>
                    <a:pt x="4294061" y="0"/>
                  </a:cubicBezTo>
                </a:path>
              </a:pathLst>
            </a:custGeom>
            <a:noFill/>
            <a:ln w="12700" cap="rnd">
              <a:solidFill>
                <a:schemeClr val="bg2">
                  <a:alpha val="24000"/>
                </a:schemeClr>
              </a:solidFill>
              <a:prstDash val="lgDash"/>
              <a:round/>
            </a:ln>
          </p:spPr>
          <p:txBody>
            <a:bodyPr rtlCol="0" anchor="ctr"/>
            <a:lstStyle/>
            <a:p>
              <a:endParaRPr lang="en-US"/>
            </a:p>
          </p:txBody>
        </p:sp>
        <p:sp>
          <p:nvSpPr>
            <p:cNvPr id="278" name="Freeform: Shape 243">
              <a:extLst>
                <a:ext uri="{FF2B5EF4-FFF2-40B4-BE49-F238E27FC236}">
                  <a16:creationId xmlns:a16="http://schemas.microsoft.com/office/drawing/2014/main" id="{C0F8B594-AC47-4890-AA31-D4C753E4E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34783" y="12542"/>
              <a:ext cx="3018496" cy="823906"/>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3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3" y="606171"/>
                  </a:cubicBezTo>
                  <a:cubicBezTo>
                    <a:pt x="1391603"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2" y="109347"/>
                    <a:pt x="2292382" y="0"/>
                    <a:pt x="2292382" y="0"/>
                  </a:cubicBezTo>
                </a:path>
              </a:pathLst>
            </a:custGeom>
            <a:noFill/>
            <a:ln w="12700" cap="rnd">
              <a:solidFill>
                <a:schemeClr val="bg2">
                  <a:alpha val="24000"/>
                </a:schemeClr>
              </a:solidFill>
              <a:prstDash val="lgDash"/>
              <a:round/>
            </a:ln>
          </p:spPr>
          <p:txBody>
            <a:bodyPr rtlCol="0" anchor="ctr"/>
            <a:lstStyle/>
            <a:p>
              <a:endParaRPr lang="en-US"/>
            </a:p>
          </p:txBody>
        </p:sp>
        <p:sp>
          <p:nvSpPr>
            <p:cNvPr id="279" name="Freeform: Shape 244">
              <a:extLst>
                <a:ext uri="{FF2B5EF4-FFF2-40B4-BE49-F238E27FC236}">
                  <a16:creationId xmlns:a16="http://schemas.microsoft.com/office/drawing/2014/main" id="{D4896A88-C10D-4F92-A493-9B42C4509C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89011" y="12542"/>
              <a:ext cx="2456863" cy="555074"/>
            </a:xfrm>
            <a:custGeom>
              <a:avLst/>
              <a:gdLst>
                <a:gd name="connsiteX0" fmla="*/ 1865852 w 1865852"/>
                <a:gd name="connsiteY0" fmla="*/ 0 h 421548"/>
                <a:gd name="connsiteX1" fmla="*/ 1535049 w 1865852"/>
                <a:gd name="connsiteY1" fmla="*/ 258699 h 421548"/>
                <a:gd name="connsiteX2" fmla="*/ 1247966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6" y="408051"/>
                  </a:cubicBezTo>
                  <a:cubicBezTo>
                    <a:pt x="1152239" y="430625"/>
                    <a:pt x="1053084" y="420815"/>
                    <a:pt x="955072" y="408051"/>
                  </a:cubicBezTo>
                  <a:cubicBezTo>
                    <a:pt x="833723" y="392240"/>
                    <a:pt x="711803" y="376142"/>
                    <a:pt x="596170" y="336233"/>
                  </a:cubicBezTo>
                  <a:cubicBezTo>
                    <a:pt x="486728" y="298418"/>
                    <a:pt x="382715" y="246412"/>
                    <a:pt x="283178" y="186881"/>
                  </a:cubicBezTo>
                  <a:cubicBezTo>
                    <a:pt x="176213" y="122777"/>
                    <a:pt x="0" y="0"/>
                    <a:pt x="0" y="0"/>
                  </a:cubicBezTo>
                </a:path>
              </a:pathLst>
            </a:custGeom>
            <a:noFill/>
            <a:ln w="12700" cap="rnd">
              <a:solidFill>
                <a:schemeClr val="bg2">
                  <a:alpha val="24000"/>
                </a:schemeClr>
              </a:solidFill>
              <a:prstDash val="lgDash"/>
              <a:round/>
            </a:ln>
          </p:spPr>
          <p:txBody>
            <a:bodyPr rtlCol="0" anchor="ctr"/>
            <a:lstStyle/>
            <a:p>
              <a:endParaRPr lang="en-US"/>
            </a:p>
          </p:txBody>
        </p:sp>
        <p:sp>
          <p:nvSpPr>
            <p:cNvPr id="280" name="Freeform: Shape 245">
              <a:extLst>
                <a:ext uri="{FF2B5EF4-FFF2-40B4-BE49-F238E27FC236}">
                  <a16:creationId xmlns:a16="http://schemas.microsoft.com/office/drawing/2014/main" id="{84CF5861-DFA7-40AE-A060-0B06C6A1A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27898" y="12542"/>
              <a:ext cx="1788496" cy="377822"/>
            </a:xfrm>
            <a:custGeom>
              <a:avLst/>
              <a:gdLst>
                <a:gd name="connsiteX0" fmla="*/ 0 w 1358264"/>
                <a:gd name="connsiteY0" fmla="*/ 11621 h 286935"/>
                <a:gd name="connsiteX1" fmla="*/ 200977 w 1358264"/>
                <a:gd name="connsiteY1" fmla="*/ 163830 h 286935"/>
                <a:gd name="connsiteX2" fmla="*/ 499586 w 1358264"/>
                <a:gd name="connsiteY2" fmla="*/ 258604 h 286935"/>
                <a:gd name="connsiteX3" fmla="*/ 780955 w 1358264"/>
                <a:gd name="connsiteY3" fmla="*/ 284417 h 286935"/>
                <a:gd name="connsiteX4" fmla="*/ 1027843 w 1358264"/>
                <a:gd name="connsiteY4" fmla="*/ 215456 h 286935"/>
                <a:gd name="connsiteX5" fmla="*/ 1358265 w 1358264"/>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4" h="286935">
                  <a:moveTo>
                    <a:pt x="0" y="11621"/>
                  </a:moveTo>
                  <a:cubicBezTo>
                    <a:pt x="0" y="11621"/>
                    <a:pt x="89249" y="104299"/>
                    <a:pt x="200977" y="163830"/>
                  </a:cubicBezTo>
                  <a:cubicBezTo>
                    <a:pt x="293465" y="213074"/>
                    <a:pt x="396812" y="237458"/>
                    <a:pt x="499586" y="258604"/>
                  </a:cubicBezTo>
                  <a:cubicBezTo>
                    <a:pt x="592360" y="277749"/>
                    <a:pt x="686752" y="293180"/>
                    <a:pt x="780955" y="284417"/>
                  </a:cubicBezTo>
                  <a:cubicBezTo>
                    <a:pt x="866584" y="276511"/>
                    <a:pt x="949166" y="250412"/>
                    <a:pt x="1027843" y="215456"/>
                  </a:cubicBezTo>
                  <a:cubicBezTo>
                    <a:pt x="1167860" y="153353"/>
                    <a:pt x="1358265" y="0"/>
                    <a:pt x="1358265" y="0"/>
                  </a:cubicBezTo>
                </a:path>
              </a:pathLst>
            </a:custGeom>
            <a:noFill/>
            <a:ln w="12700" cap="rnd">
              <a:solidFill>
                <a:schemeClr val="bg2">
                  <a:alpha val="24000"/>
                </a:schemeClr>
              </a:solidFill>
              <a:prstDash val="lgDash"/>
              <a:round/>
            </a:ln>
          </p:spPr>
          <p:txBody>
            <a:bodyPr rtlCol="0" anchor="ctr"/>
            <a:lstStyle/>
            <a:p>
              <a:endParaRPr lang="en-US"/>
            </a:p>
          </p:txBody>
        </p:sp>
        <p:sp>
          <p:nvSpPr>
            <p:cNvPr id="281" name="Freeform: Shape 246">
              <a:extLst>
                <a:ext uri="{FF2B5EF4-FFF2-40B4-BE49-F238E27FC236}">
                  <a16:creationId xmlns:a16="http://schemas.microsoft.com/office/drawing/2014/main" id="{EE6C36D3-E647-4682-BD08-FFD920926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73095" y="12542"/>
              <a:ext cx="1173183" cy="220293"/>
            </a:xfrm>
            <a:custGeom>
              <a:avLst/>
              <a:gdLst>
                <a:gd name="connsiteX0" fmla="*/ 890969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9" y="0"/>
                  </a:moveTo>
                  <a:cubicBezTo>
                    <a:pt x="890969" y="0"/>
                    <a:pt x="763714" y="110585"/>
                    <a:pt x="657892" y="143732"/>
                  </a:cubicBezTo>
                  <a:cubicBezTo>
                    <a:pt x="577405" y="168974"/>
                    <a:pt x="491871" y="172593"/>
                    <a:pt x="408146" y="160973"/>
                  </a:cubicBezTo>
                  <a:cubicBezTo>
                    <a:pt x="235077" y="136970"/>
                    <a:pt x="0" y="0"/>
                    <a:pt x="0" y="0"/>
                  </a:cubicBezTo>
                </a:path>
              </a:pathLst>
            </a:custGeom>
            <a:noFill/>
            <a:ln w="12700" cap="rnd">
              <a:solidFill>
                <a:schemeClr val="bg2">
                  <a:alpha val="24000"/>
                </a:schemeClr>
              </a:solidFill>
              <a:prstDash val="lgDash"/>
              <a:round/>
            </a:ln>
          </p:spPr>
          <p:txBody>
            <a:bodyPr rtlCol="0" anchor="ctr"/>
            <a:lstStyle/>
            <a:p>
              <a:endParaRPr lang="en-US"/>
            </a:p>
          </p:txBody>
        </p:sp>
        <p:sp>
          <p:nvSpPr>
            <p:cNvPr id="282" name="Freeform: Shape 247">
              <a:extLst>
                <a:ext uri="{FF2B5EF4-FFF2-40B4-BE49-F238E27FC236}">
                  <a16:creationId xmlns:a16="http://schemas.microsoft.com/office/drawing/2014/main" id="{5468E2D8-F0C6-49FA-BEA1-F2B4B7F0E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1911" y="706856"/>
              <a:ext cx="4728816" cy="4904604"/>
            </a:xfrm>
            <a:custGeom>
              <a:avLst/>
              <a:gdLst>
                <a:gd name="connsiteX0" fmla="*/ 904672 w 3591275"/>
                <a:gd name="connsiteY0" fmla="*/ 1758707 h 3724776"/>
                <a:gd name="connsiteX1" fmla="*/ 926199 w 3591275"/>
                <a:gd name="connsiteY1" fmla="*/ 1605545 h 3724776"/>
                <a:gd name="connsiteX2" fmla="*/ 912864 w 3591275"/>
                <a:gd name="connsiteY2" fmla="*/ 1413997 h 3724776"/>
                <a:gd name="connsiteX3" fmla="*/ 949440 w 3591275"/>
                <a:gd name="connsiteY3" fmla="*/ 1301412 h 3724776"/>
                <a:gd name="connsiteX4" fmla="*/ 1089839 w 3591275"/>
                <a:gd name="connsiteY4" fmla="*/ 1160918 h 3724776"/>
                <a:gd name="connsiteX5" fmla="*/ 1324439 w 3591275"/>
                <a:gd name="connsiteY5" fmla="*/ 973371 h 3724776"/>
                <a:gd name="connsiteX6" fmla="*/ 1609046 w 3591275"/>
                <a:gd name="connsiteY6" fmla="*/ 728102 h 3724776"/>
                <a:gd name="connsiteX7" fmla="*/ 1785926 w 3591275"/>
                <a:gd name="connsiteY7" fmla="*/ 472165 h 3724776"/>
                <a:gd name="connsiteX8" fmla="*/ 1985951 w 3591275"/>
                <a:gd name="connsiteY8" fmla="*/ 190320 h 3724776"/>
                <a:gd name="connsiteX9" fmla="*/ 2153305 w 3591275"/>
                <a:gd name="connsiteY9" fmla="*/ 67162 h 3724776"/>
                <a:gd name="connsiteX10" fmla="*/ 2466773 w 3591275"/>
                <a:gd name="connsiteY10" fmla="*/ 8488 h 3724776"/>
                <a:gd name="connsiteX11" fmla="*/ 2830247 w 3591275"/>
                <a:gd name="connsiteY11" fmla="*/ 8488 h 3724776"/>
                <a:gd name="connsiteX12" fmla="*/ 3140857 w 3591275"/>
                <a:gd name="connsiteY12" fmla="*/ 84498 h 3724776"/>
                <a:gd name="connsiteX13" fmla="*/ 3405271 w 3591275"/>
                <a:gd name="connsiteY13" fmla="*/ 216323 h 3724776"/>
                <a:gd name="connsiteX14" fmla="*/ 3515856 w 3591275"/>
                <a:gd name="connsiteY14" fmla="*/ 348150 h 3724776"/>
                <a:gd name="connsiteX15" fmla="*/ 3590818 w 3591275"/>
                <a:gd name="connsiteY15" fmla="*/ 627137 h 3724776"/>
                <a:gd name="connsiteX16" fmla="*/ 3555290 w 3591275"/>
                <a:gd name="connsiteY16" fmla="*/ 968608 h 3724776"/>
                <a:gd name="connsiteX17" fmla="*/ 3537002 w 3591275"/>
                <a:gd name="connsiteY17" fmla="*/ 1148535 h 3724776"/>
                <a:gd name="connsiteX18" fmla="*/ 3509094 w 3591275"/>
                <a:gd name="connsiteY18" fmla="*/ 1570017 h 3724776"/>
                <a:gd name="connsiteX19" fmla="*/ 3465278 w 3591275"/>
                <a:gd name="connsiteY19" fmla="*/ 1967114 h 3724776"/>
                <a:gd name="connsiteX20" fmla="*/ 3336024 w 3591275"/>
                <a:gd name="connsiteY20" fmla="*/ 2345733 h 3724776"/>
                <a:gd name="connsiteX21" fmla="*/ 3049893 w 3591275"/>
                <a:gd name="connsiteY21" fmla="*/ 2768262 h 3724776"/>
                <a:gd name="connsiteX22" fmla="*/ 2838724 w 3591275"/>
                <a:gd name="connsiteY22" fmla="*/ 2989908 h 3724776"/>
                <a:gd name="connsiteX23" fmla="*/ 2605647 w 3591275"/>
                <a:gd name="connsiteY23" fmla="*/ 3193077 h 3724776"/>
                <a:gd name="connsiteX24" fmla="*/ 2217980 w 3591275"/>
                <a:gd name="connsiteY24" fmla="*/ 3493209 h 3724776"/>
                <a:gd name="connsiteX25" fmla="*/ 1832598 w 3591275"/>
                <a:gd name="connsiteY25" fmla="*/ 3707903 h 3724776"/>
                <a:gd name="connsiteX26" fmla="*/ 1581043 w 3591275"/>
                <a:gd name="connsiteY26" fmla="*/ 3722952 h 3724776"/>
                <a:gd name="connsiteX27" fmla="*/ 1068693 w 3591275"/>
                <a:gd name="connsiteY27" fmla="*/ 3704474 h 3724776"/>
                <a:gd name="connsiteX28" fmla="*/ 852952 w 3591275"/>
                <a:gd name="connsiteY28" fmla="*/ 3704474 h 3724776"/>
                <a:gd name="connsiteX29" fmla="*/ 519482 w 3591275"/>
                <a:gd name="connsiteY29" fmla="*/ 3652562 h 3724776"/>
                <a:gd name="connsiteX30" fmla="*/ 400609 w 3591275"/>
                <a:gd name="connsiteY30" fmla="*/ 3595984 h 3724776"/>
                <a:gd name="connsiteX31" fmla="*/ 184868 w 3591275"/>
                <a:gd name="connsiteY31" fmla="*/ 3357002 h 3724776"/>
                <a:gd name="connsiteX32" fmla="*/ 59138 w 3591275"/>
                <a:gd name="connsiteY32" fmla="*/ 3101922 h 3724776"/>
                <a:gd name="connsiteX33" fmla="*/ 274 w 3591275"/>
                <a:gd name="connsiteY33" fmla="*/ 2778644 h 3724776"/>
                <a:gd name="connsiteX34" fmla="*/ 172200 w 3591275"/>
                <a:gd name="connsiteY34" fmla="*/ 2322682 h 3724776"/>
                <a:gd name="connsiteX35" fmla="*/ 446806 w 3591275"/>
                <a:gd name="connsiteY35" fmla="*/ 2095225 h 3724776"/>
                <a:gd name="connsiteX36" fmla="*/ 633686 w 3591275"/>
                <a:gd name="connsiteY36" fmla="*/ 2031693 h 3724776"/>
                <a:gd name="connsiteX37" fmla="*/ 840188 w 3591275"/>
                <a:gd name="connsiteY37" fmla="*/ 1910440 h 3724776"/>
                <a:gd name="connsiteX38" fmla="*/ 904672 w 3591275"/>
                <a:gd name="connsiteY38" fmla="*/ 1758707 h 3724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91275" h="3724776">
                  <a:moveTo>
                    <a:pt x="904672" y="1758707"/>
                  </a:moveTo>
                  <a:cubicBezTo>
                    <a:pt x="916960" y="1708415"/>
                    <a:pt x="927056" y="1657266"/>
                    <a:pt x="926199" y="1605545"/>
                  </a:cubicBezTo>
                  <a:cubicBezTo>
                    <a:pt x="925151" y="1541251"/>
                    <a:pt x="907625" y="1478005"/>
                    <a:pt x="912864" y="1413997"/>
                  </a:cubicBezTo>
                  <a:cubicBezTo>
                    <a:pt x="916103" y="1374183"/>
                    <a:pt x="928866" y="1335702"/>
                    <a:pt x="949440" y="1301412"/>
                  </a:cubicBezTo>
                  <a:cubicBezTo>
                    <a:pt x="983730" y="1244262"/>
                    <a:pt x="1037641" y="1202733"/>
                    <a:pt x="1089839" y="1160918"/>
                  </a:cubicBezTo>
                  <a:cubicBezTo>
                    <a:pt x="1167944" y="1098339"/>
                    <a:pt x="1245382" y="1034712"/>
                    <a:pt x="1324439" y="973371"/>
                  </a:cubicBezTo>
                  <a:cubicBezTo>
                    <a:pt x="1423690" y="896313"/>
                    <a:pt x="1526179" y="822304"/>
                    <a:pt x="1609046" y="728102"/>
                  </a:cubicBezTo>
                  <a:cubicBezTo>
                    <a:pt x="1677626" y="650092"/>
                    <a:pt x="1732014" y="561033"/>
                    <a:pt x="1785926" y="472165"/>
                  </a:cubicBezTo>
                  <a:cubicBezTo>
                    <a:pt x="1845933" y="373296"/>
                    <a:pt x="1906226" y="273855"/>
                    <a:pt x="1985951" y="190320"/>
                  </a:cubicBezTo>
                  <a:cubicBezTo>
                    <a:pt x="2034242" y="139647"/>
                    <a:pt x="2089678" y="96213"/>
                    <a:pt x="2153305" y="67162"/>
                  </a:cubicBezTo>
                  <a:cubicBezTo>
                    <a:pt x="2250650" y="22680"/>
                    <a:pt x="2359616" y="15441"/>
                    <a:pt x="2466773" y="8488"/>
                  </a:cubicBezTo>
                  <a:cubicBezTo>
                    <a:pt x="2588026" y="582"/>
                    <a:pt x="2709660" y="-5800"/>
                    <a:pt x="2830247" y="8488"/>
                  </a:cubicBezTo>
                  <a:cubicBezTo>
                    <a:pt x="2936355" y="21061"/>
                    <a:pt x="3039606" y="49922"/>
                    <a:pt x="3140857" y="84498"/>
                  </a:cubicBezTo>
                  <a:cubicBezTo>
                    <a:pt x="3234868" y="116692"/>
                    <a:pt x="3328595" y="153459"/>
                    <a:pt x="3405271" y="216323"/>
                  </a:cubicBezTo>
                  <a:cubicBezTo>
                    <a:pt x="3450038" y="252995"/>
                    <a:pt x="3487281" y="297762"/>
                    <a:pt x="3515856" y="348150"/>
                  </a:cubicBezTo>
                  <a:cubicBezTo>
                    <a:pt x="3564052" y="433017"/>
                    <a:pt x="3587389" y="529505"/>
                    <a:pt x="3590818" y="627137"/>
                  </a:cubicBezTo>
                  <a:cubicBezTo>
                    <a:pt x="3594914" y="741722"/>
                    <a:pt x="3570625" y="854784"/>
                    <a:pt x="3555290" y="968608"/>
                  </a:cubicBezTo>
                  <a:cubicBezTo>
                    <a:pt x="3547194" y="1028330"/>
                    <a:pt x="3541860" y="1088433"/>
                    <a:pt x="3537002" y="1148535"/>
                  </a:cubicBezTo>
                  <a:cubicBezTo>
                    <a:pt x="3525762" y="1288839"/>
                    <a:pt x="3517856" y="1429427"/>
                    <a:pt x="3509094" y="1570017"/>
                  </a:cubicBezTo>
                  <a:cubicBezTo>
                    <a:pt x="3500712" y="1703176"/>
                    <a:pt x="3491472" y="1836431"/>
                    <a:pt x="3465278" y="1967114"/>
                  </a:cubicBezTo>
                  <a:cubicBezTo>
                    <a:pt x="3438894" y="2098464"/>
                    <a:pt x="3395365" y="2225622"/>
                    <a:pt x="3336024" y="2345733"/>
                  </a:cubicBezTo>
                  <a:cubicBezTo>
                    <a:pt x="3260491" y="2498799"/>
                    <a:pt x="3160860" y="2638436"/>
                    <a:pt x="3049893" y="2768262"/>
                  </a:cubicBezTo>
                  <a:cubicBezTo>
                    <a:pt x="2983504" y="2845891"/>
                    <a:pt x="2913114" y="2919900"/>
                    <a:pt x="2838724" y="2989908"/>
                  </a:cubicBezTo>
                  <a:cubicBezTo>
                    <a:pt x="2763667" y="3060584"/>
                    <a:pt x="2685466" y="3127830"/>
                    <a:pt x="2605647" y="3193077"/>
                  </a:cubicBezTo>
                  <a:cubicBezTo>
                    <a:pt x="2479155" y="3296613"/>
                    <a:pt x="2349044" y="3395578"/>
                    <a:pt x="2217980" y="3493209"/>
                  </a:cubicBezTo>
                  <a:cubicBezTo>
                    <a:pt x="2098441" y="3582173"/>
                    <a:pt x="1977092" y="3674375"/>
                    <a:pt x="1832598" y="3707903"/>
                  </a:cubicBezTo>
                  <a:cubicBezTo>
                    <a:pt x="1750397" y="3726953"/>
                    <a:pt x="1665530" y="3726286"/>
                    <a:pt x="1581043" y="3722952"/>
                  </a:cubicBezTo>
                  <a:cubicBezTo>
                    <a:pt x="1410260" y="3716190"/>
                    <a:pt x="1239667" y="3703712"/>
                    <a:pt x="1068693" y="3704474"/>
                  </a:cubicBezTo>
                  <a:cubicBezTo>
                    <a:pt x="996779" y="3704760"/>
                    <a:pt x="924865" y="3706665"/>
                    <a:pt x="852952" y="3704474"/>
                  </a:cubicBezTo>
                  <a:cubicBezTo>
                    <a:pt x="739890" y="3701045"/>
                    <a:pt x="626638" y="3688472"/>
                    <a:pt x="519482" y="3652562"/>
                  </a:cubicBezTo>
                  <a:cubicBezTo>
                    <a:pt x="477667" y="3638561"/>
                    <a:pt x="437567" y="3620082"/>
                    <a:pt x="400609" y="3595984"/>
                  </a:cubicBezTo>
                  <a:cubicBezTo>
                    <a:pt x="309836" y="3536929"/>
                    <a:pt x="242876" y="3448823"/>
                    <a:pt x="184868" y="3357002"/>
                  </a:cubicBezTo>
                  <a:cubicBezTo>
                    <a:pt x="134005" y="3276611"/>
                    <a:pt x="91618" y="3191267"/>
                    <a:pt x="59138" y="3101922"/>
                  </a:cubicBezTo>
                  <a:cubicBezTo>
                    <a:pt x="21324" y="2998004"/>
                    <a:pt x="-2870" y="2889039"/>
                    <a:pt x="274" y="2778644"/>
                  </a:cubicBezTo>
                  <a:cubicBezTo>
                    <a:pt x="4941" y="2612623"/>
                    <a:pt x="71045" y="2454889"/>
                    <a:pt x="172200" y="2322682"/>
                  </a:cubicBezTo>
                  <a:cubicBezTo>
                    <a:pt x="245638" y="2226670"/>
                    <a:pt x="336221" y="2143707"/>
                    <a:pt x="446806" y="2095225"/>
                  </a:cubicBezTo>
                  <a:cubicBezTo>
                    <a:pt x="507099" y="2068841"/>
                    <a:pt x="571012" y="2051982"/>
                    <a:pt x="633686" y="2031693"/>
                  </a:cubicBezTo>
                  <a:cubicBezTo>
                    <a:pt x="711696" y="2006547"/>
                    <a:pt x="789991" y="1974448"/>
                    <a:pt x="840188" y="1910440"/>
                  </a:cubicBezTo>
                  <a:cubicBezTo>
                    <a:pt x="874383" y="1866816"/>
                    <a:pt x="891433" y="1812904"/>
                    <a:pt x="904672" y="1758707"/>
                  </a:cubicBezTo>
                  <a:close/>
                </a:path>
              </a:pathLst>
            </a:custGeom>
            <a:noFill/>
            <a:ln w="12700" cap="rnd">
              <a:solidFill>
                <a:schemeClr val="bg2">
                  <a:alpha val="24000"/>
                </a:schemeClr>
              </a:solidFill>
              <a:prstDash val="lgDash"/>
              <a:round/>
            </a:ln>
          </p:spPr>
          <p:txBody>
            <a:bodyPr rtlCol="0" anchor="ctr"/>
            <a:lstStyle/>
            <a:p>
              <a:endParaRPr lang="en-US"/>
            </a:p>
          </p:txBody>
        </p:sp>
        <p:sp>
          <p:nvSpPr>
            <p:cNvPr id="283" name="Freeform: Shape 248">
              <a:extLst>
                <a:ext uri="{FF2B5EF4-FFF2-40B4-BE49-F238E27FC236}">
                  <a16:creationId xmlns:a16="http://schemas.microsoft.com/office/drawing/2014/main" id="{2455C4A6-2BD1-4862-B843-1C21691DB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1750" y="923845"/>
              <a:ext cx="4196097" cy="4479998"/>
            </a:xfrm>
            <a:custGeom>
              <a:avLst/>
              <a:gdLst>
                <a:gd name="connsiteX0" fmla="*/ 78613 w 3186704"/>
                <a:gd name="connsiteY0" fmla="*/ 3007044 h 3402311"/>
                <a:gd name="connsiteX1" fmla="*/ 2032 w 3186704"/>
                <a:gd name="connsiteY1" fmla="*/ 2731772 h 3402311"/>
                <a:gd name="connsiteX2" fmla="*/ 21177 w 3186704"/>
                <a:gd name="connsiteY2" fmla="*/ 2545082 h 3402311"/>
                <a:gd name="connsiteX3" fmla="*/ 116903 w 3186704"/>
                <a:gd name="connsiteY3" fmla="*/ 2389443 h 3402311"/>
                <a:gd name="connsiteX4" fmla="*/ 241300 w 3186704"/>
                <a:gd name="connsiteY4" fmla="*/ 2308100 h 3402311"/>
                <a:gd name="connsiteX5" fmla="*/ 475805 w 3186704"/>
                <a:gd name="connsiteY5" fmla="*/ 2296099 h 3402311"/>
                <a:gd name="connsiteX6" fmla="*/ 664781 w 3186704"/>
                <a:gd name="connsiteY6" fmla="*/ 2336770 h 3402311"/>
                <a:gd name="connsiteX7" fmla="*/ 803560 w 3186704"/>
                <a:gd name="connsiteY7" fmla="*/ 2336770 h 3402311"/>
                <a:gd name="connsiteX8" fmla="*/ 942340 w 3186704"/>
                <a:gd name="connsiteY8" fmla="*/ 2224280 h 3402311"/>
                <a:gd name="connsiteX9" fmla="*/ 1018921 w 3186704"/>
                <a:gd name="connsiteY9" fmla="*/ 1958532 h 3402311"/>
                <a:gd name="connsiteX10" fmla="*/ 1061974 w 3186704"/>
                <a:gd name="connsiteY10" fmla="*/ 1606679 h 3402311"/>
                <a:gd name="connsiteX11" fmla="*/ 1114647 w 3186704"/>
                <a:gd name="connsiteY11" fmla="*/ 1369697 h 3402311"/>
                <a:gd name="connsiteX12" fmla="*/ 1243806 w 3186704"/>
                <a:gd name="connsiteY12" fmla="*/ 1080042 h 3402311"/>
                <a:gd name="connsiteX13" fmla="*/ 1468691 w 3186704"/>
                <a:gd name="connsiteY13" fmla="*/ 795149 h 3402311"/>
                <a:gd name="connsiteX14" fmla="*/ 1770157 w 3186704"/>
                <a:gd name="connsiteY14" fmla="*/ 452820 h 3402311"/>
                <a:gd name="connsiteX15" fmla="*/ 2082387 w 3186704"/>
                <a:gd name="connsiteY15" fmla="*/ 140400 h 3402311"/>
                <a:gd name="connsiteX16" fmla="*/ 2298890 w 3186704"/>
                <a:gd name="connsiteY16" fmla="*/ 31530 h 3402311"/>
                <a:gd name="connsiteX17" fmla="*/ 2533396 w 3186704"/>
                <a:gd name="connsiteY17" fmla="*/ 383 h 3402311"/>
                <a:gd name="connsiteX18" fmla="*/ 2796572 w 3186704"/>
                <a:gd name="connsiteY18" fmla="*/ 53056 h 3402311"/>
                <a:gd name="connsiteX19" fmla="*/ 3014313 w 3186704"/>
                <a:gd name="connsiteY19" fmla="*/ 177548 h 3402311"/>
                <a:gd name="connsiteX20" fmla="*/ 3131566 w 3186704"/>
                <a:gd name="connsiteY20" fmla="*/ 366619 h 3402311"/>
                <a:gd name="connsiteX21" fmla="*/ 3174619 w 3186704"/>
                <a:gd name="connsiteY21" fmla="*/ 610745 h 3402311"/>
                <a:gd name="connsiteX22" fmla="*/ 3168142 w 3186704"/>
                <a:gd name="connsiteY22" fmla="*/ 993460 h 3402311"/>
                <a:gd name="connsiteX23" fmla="*/ 3185763 w 3186704"/>
                <a:gd name="connsiteY23" fmla="*/ 1497141 h 3402311"/>
                <a:gd name="connsiteX24" fmla="*/ 3150806 w 3186704"/>
                <a:gd name="connsiteY24" fmla="*/ 1790892 h 3402311"/>
                <a:gd name="connsiteX25" fmla="*/ 3076130 w 3186704"/>
                <a:gd name="connsiteY25" fmla="*/ 2071404 h 3402311"/>
                <a:gd name="connsiteX26" fmla="*/ 2847435 w 3186704"/>
                <a:gd name="connsiteY26" fmla="*/ 2470216 h 3402311"/>
                <a:gd name="connsiteX27" fmla="*/ 2359374 w 3186704"/>
                <a:gd name="connsiteY27" fmla="*/ 2929701 h 3402311"/>
                <a:gd name="connsiteX28" fmla="*/ 2099723 w 3186704"/>
                <a:gd name="connsiteY28" fmla="*/ 3097056 h 3402311"/>
                <a:gd name="connsiteX29" fmla="*/ 1760537 w 3186704"/>
                <a:gd name="connsiteY29" fmla="*/ 3241359 h 3402311"/>
                <a:gd name="connsiteX30" fmla="*/ 1610518 w 3186704"/>
                <a:gd name="connsiteY30" fmla="*/ 3309463 h 3402311"/>
                <a:gd name="connsiteX31" fmla="*/ 1367059 w 3186704"/>
                <a:gd name="connsiteY31" fmla="*/ 3374138 h 3402311"/>
                <a:gd name="connsiteX32" fmla="*/ 1210183 w 3186704"/>
                <a:gd name="connsiteY32" fmla="*/ 3385663 h 3402311"/>
                <a:gd name="connsiteX33" fmla="*/ 905573 w 3186704"/>
                <a:gd name="connsiteY33" fmla="*/ 3401856 h 3402311"/>
                <a:gd name="connsiteX34" fmla="*/ 558292 w 3186704"/>
                <a:gd name="connsiteY34" fmla="*/ 3382234 h 3402311"/>
                <a:gd name="connsiteX35" fmla="*/ 467137 w 3186704"/>
                <a:gd name="connsiteY35" fmla="*/ 3363756 h 3402311"/>
                <a:gd name="connsiteX36" fmla="*/ 206343 w 3186704"/>
                <a:gd name="connsiteY36" fmla="*/ 3202117 h 3402311"/>
                <a:gd name="connsiteX37" fmla="*/ 78613 w 3186704"/>
                <a:gd name="connsiteY37" fmla="*/ 3007044 h 34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86704" h="3402311">
                  <a:moveTo>
                    <a:pt x="78613" y="3007044"/>
                  </a:moveTo>
                  <a:cubicBezTo>
                    <a:pt x="38512" y="2919891"/>
                    <a:pt x="9937" y="2827308"/>
                    <a:pt x="2032" y="2731772"/>
                  </a:cubicBezTo>
                  <a:cubicBezTo>
                    <a:pt x="-3207" y="2668717"/>
                    <a:pt x="1174" y="2604994"/>
                    <a:pt x="21177" y="2545082"/>
                  </a:cubicBezTo>
                  <a:cubicBezTo>
                    <a:pt x="40608" y="2486599"/>
                    <a:pt x="73469" y="2433259"/>
                    <a:pt x="116903" y="2389443"/>
                  </a:cubicBezTo>
                  <a:cubicBezTo>
                    <a:pt x="152241" y="2353725"/>
                    <a:pt x="194151" y="2325150"/>
                    <a:pt x="241300" y="2308100"/>
                  </a:cubicBezTo>
                  <a:cubicBezTo>
                    <a:pt x="315880" y="2281049"/>
                    <a:pt x="397224" y="2282668"/>
                    <a:pt x="475805" y="2296099"/>
                  </a:cubicBezTo>
                  <a:cubicBezTo>
                    <a:pt x="539337" y="2306957"/>
                    <a:pt x="601440" y="2324959"/>
                    <a:pt x="664781" y="2336770"/>
                  </a:cubicBezTo>
                  <a:cubicBezTo>
                    <a:pt x="710978" y="2345343"/>
                    <a:pt x="758412" y="2349343"/>
                    <a:pt x="803560" y="2336770"/>
                  </a:cubicBezTo>
                  <a:cubicBezTo>
                    <a:pt x="862711" y="2320292"/>
                    <a:pt x="909288" y="2276382"/>
                    <a:pt x="942340" y="2224280"/>
                  </a:cubicBezTo>
                  <a:cubicBezTo>
                    <a:pt x="992155" y="2145604"/>
                    <a:pt x="1006919" y="2051306"/>
                    <a:pt x="1018921" y="1958532"/>
                  </a:cubicBezTo>
                  <a:cubicBezTo>
                    <a:pt x="1034065" y="1841280"/>
                    <a:pt x="1043972" y="1723456"/>
                    <a:pt x="1061974" y="1606679"/>
                  </a:cubicBezTo>
                  <a:cubicBezTo>
                    <a:pt x="1074356" y="1526574"/>
                    <a:pt x="1091120" y="1447231"/>
                    <a:pt x="1114647" y="1369697"/>
                  </a:cubicBezTo>
                  <a:cubicBezTo>
                    <a:pt x="1145413" y="1268065"/>
                    <a:pt x="1187989" y="1170244"/>
                    <a:pt x="1243806" y="1080042"/>
                  </a:cubicBezTo>
                  <a:cubicBezTo>
                    <a:pt x="1307623" y="976981"/>
                    <a:pt x="1388396" y="886017"/>
                    <a:pt x="1468691" y="795149"/>
                  </a:cubicBezTo>
                  <a:cubicBezTo>
                    <a:pt x="1569466" y="681230"/>
                    <a:pt x="1670621" y="567787"/>
                    <a:pt x="1770157" y="452820"/>
                  </a:cubicBezTo>
                  <a:cubicBezTo>
                    <a:pt x="1867027" y="340997"/>
                    <a:pt x="1962277" y="226316"/>
                    <a:pt x="2082387" y="140400"/>
                  </a:cubicBezTo>
                  <a:cubicBezTo>
                    <a:pt x="2148586" y="93061"/>
                    <a:pt x="2221166" y="55437"/>
                    <a:pt x="2298890" y="31530"/>
                  </a:cubicBezTo>
                  <a:cubicBezTo>
                    <a:pt x="2374709" y="8193"/>
                    <a:pt x="2454053" y="-2189"/>
                    <a:pt x="2533396" y="383"/>
                  </a:cubicBezTo>
                  <a:cubicBezTo>
                    <a:pt x="2623312" y="3336"/>
                    <a:pt x="2711704" y="22957"/>
                    <a:pt x="2796572" y="53056"/>
                  </a:cubicBezTo>
                  <a:cubicBezTo>
                    <a:pt x="2876391" y="81345"/>
                    <a:pt x="2953544" y="118779"/>
                    <a:pt x="3014313" y="177548"/>
                  </a:cubicBezTo>
                  <a:cubicBezTo>
                    <a:pt x="3068320" y="229745"/>
                    <a:pt x="3106515" y="295753"/>
                    <a:pt x="3131566" y="366619"/>
                  </a:cubicBezTo>
                  <a:cubicBezTo>
                    <a:pt x="3159283" y="444915"/>
                    <a:pt x="3170904" y="527687"/>
                    <a:pt x="3174619" y="610745"/>
                  </a:cubicBezTo>
                  <a:cubicBezTo>
                    <a:pt x="3180334" y="738285"/>
                    <a:pt x="3167856" y="865729"/>
                    <a:pt x="3168142" y="993460"/>
                  </a:cubicBezTo>
                  <a:cubicBezTo>
                    <a:pt x="3168618" y="1161576"/>
                    <a:pt x="3191573" y="1329120"/>
                    <a:pt x="3185763" y="1497141"/>
                  </a:cubicBezTo>
                  <a:cubicBezTo>
                    <a:pt x="3182334" y="1595820"/>
                    <a:pt x="3168904" y="1693833"/>
                    <a:pt x="3150806" y="1790892"/>
                  </a:cubicBezTo>
                  <a:cubicBezTo>
                    <a:pt x="3132994" y="1886238"/>
                    <a:pt x="3109753" y="1980535"/>
                    <a:pt x="3076130" y="2071404"/>
                  </a:cubicBezTo>
                  <a:cubicBezTo>
                    <a:pt x="3022600" y="2215993"/>
                    <a:pt x="2942590" y="2348867"/>
                    <a:pt x="2847435" y="2470216"/>
                  </a:cubicBezTo>
                  <a:cubicBezTo>
                    <a:pt x="2708941" y="2646714"/>
                    <a:pt x="2538920" y="2795018"/>
                    <a:pt x="2359374" y="2929701"/>
                  </a:cubicBezTo>
                  <a:cubicBezTo>
                    <a:pt x="2276792" y="2991614"/>
                    <a:pt x="2191734" y="3050383"/>
                    <a:pt x="2099723" y="3097056"/>
                  </a:cubicBezTo>
                  <a:cubicBezTo>
                    <a:pt x="1990090" y="3152682"/>
                    <a:pt x="1872551" y="3190687"/>
                    <a:pt x="1760537" y="3241359"/>
                  </a:cubicBezTo>
                  <a:cubicBezTo>
                    <a:pt x="1710531" y="3264029"/>
                    <a:pt x="1661382" y="3288794"/>
                    <a:pt x="1610518" y="3309463"/>
                  </a:cubicBezTo>
                  <a:cubicBezTo>
                    <a:pt x="1532414" y="3341182"/>
                    <a:pt x="1450689" y="3363375"/>
                    <a:pt x="1367059" y="3374138"/>
                  </a:cubicBezTo>
                  <a:cubicBezTo>
                    <a:pt x="1315053" y="3380806"/>
                    <a:pt x="1262570" y="3382806"/>
                    <a:pt x="1210183" y="3385663"/>
                  </a:cubicBezTo>
                  <a:cubicBezTo>
                    <a:pt x="1108646" y="3391188"/>
                    <a:pt x="1007205" y="3399760"/>
                    <a:pt x="905573" y="3401856"/>
                  </a:cubicBezTo>
                  <a:cubicBezTo>
                    <a:pt x="789463" y="3404142"/>
                    <a:pt x="673354" y="3397855"/>
                    <a:pt x="558292" y="3382234"/>
                  </a:cubicBezTo>
                  <a:cubicBezTo>
                    <a:pt x="527526" y="3378043"/>
                    <a:pt x="497046" y="3372328"/>
                    <a:pt x="467137" y="3363756"/>
                  </a:cubicBezTo>
                  <a:cubicBezTo>
                    <a:pt x="367220" y="3335276"/>
                    <a:pt x="277876" y="3277555"/>
                    <a:pt x="206343" y="3202117"/>
                  </a:cubicBezTo>
                  <a:cubicBezTo>
                    <a:pt x="152527" y="3145348"/>
                    <a:pt x="111379" y="3078196"/>
                    <a:pt x="78613" y="3007044"/>
                  </a:cubicBezTo>
                  <a:close/>
                </a:path>
              </a:pathLst>
            </a:custGeom>
            <a:noFill/>
            <a:ln w="12700" cap="rnd">
              <a:solidFill>
                <a:schemeClr val="bg2">
                  <a:alpha val="24000"/>
                </a:schemeClr>
              </a:solidFill>
              <a:prstDash val="lgDash"/>
              <a:round/>
            </a:ln>
          </p:spPr>
          <p:txBody>
            <a:bodyPr rtlCol="0" anchor="ctr"/>
            <a:lstStyle/>
            <a:p>
              <a:endParaRPr lang="en-US"/>
            </a:p>
          </p:txBody>
        </p:sp>
        <p:sp>
          <p:nvSpPr>
            <p:cNvPr id="284" name="Freeform: Shape 249">
              <a:extLst>
                <a:ext uri="{FF2B5EF4-FFF2-40B4-BE49-F238E27FC236}">
                  <a16:creationId xmlns:a16="http://schemas.microsoft.com/office/drawing/2014/main" id="{F2A7A9CF-F794-4E88-84C1-9C3D3BD62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960461" y="1175713"/>
              <a:ext cx="3568552" cy="3938179"/>
            </a:xfrm>
            <a:custGeom>
              <a:avLst/>
              <a:gdLst>
                <a:gd name="connsiteX0" fmla="*/ 2179 w 2710118"/>
                <a:gd name="connsiteY0" fmla="*/ 2712895 h 2990829"/>
                <a:gd name="connsiteX1" fmla="*/ 18085 w 2710118"/>
                <a:gd name="connsiteY1" fmla="*/ 2589260 h 2990829"/>
                <a:gd name="connsiteX2" fmla="*/ 161627 w 2710118"/>
                <a:gd name="connsiteY2" fmla="*/ 2489533 h 2990829"/>
                <a:gd name="connsiteX3" fmla="*/ 384893 w 2710118"/>
                <a:gd name="connsiteY3" fmla="*/ 2559352 h 2990829"/>
                <a:gd name="connsiteX4" fmla="*/ 648069 w 2710118"/>
                <a:gd name="connsiteY4" fmla="*/ 2579259 h 2990829"/>
                <a:gd name="connsiteX5" fmla="*/ 831520 w 2710118"/>
                <a:gd name="connsiteY5" fmla="*/ 2445623 h 2990829"/>
                <a:gd name="connsiteX6" fmla="*/ 909244 w 2710118"/>
                <a:gd name="connsiteY6" fmla="*/ 2210260 h 2990829"/>
                <a:gd name="connsiteX7" fmla="*/ 975062 w 2710118"/>
                <a:gd name="connsiteY7" fmla="*/ 1771444 h 2990829"/>
                <a:gd name="connsiteX8" fmla="*/ 989064 w 2710118"/>
                <a:gd name="connsiteY8" fmla="*/ 1486170 h 2990829"/>
                <a:gd name="connsiteX9" fmla="*/ 1058882 w 2710118"/>
                <a:gd name="connsiteY9" fmla="*/ 1115171 h 2990829"/>
                <a:gd name="connsiteX10" fmla="*/ 1238333 w 2710118"/>
                <a:gd name="connsiteY10" fmla="*/ 776081 h 2990829"/>
                <a:gd name="connsiteX11" fmla="*/ 1567327 w 2710118"/>
                <a:gd name="connsiteY11" fmla="*/ 399081 h 2990829"/>
                <a:gd name="connsiteX12" fmla="*/ 1944136 w 2710118"/>
                <a:gd name="connsiteY12" fmla="*/ 85899 h 2990829"/>
                <a:gd name="connsiteX13" fmla="*/ 2167402 w 2710118"/>
                <a:gd name="connsiteY13" fmla="*/ 2079 h 2990829"/>
                <a:gd name="connsiteX14" fmla="*/ 2412671 w 2710118"/>
                <a:gd name="connsiteY14" fmla="*/ 53991 h 2990829"/>
                <a:gd name="connsiteX15" fmla="*/ 2616030 w 2710118"/>
                <a:gd name="connsiteY15" fmla="*/ 291354 h 2990829"/>
                <a:gd name="connsiteX16" fmla="*/ 2637937 w 2710118"/>
                <a:gd name="connsiteY16" fmla="*/ 724265 h 2990829"/>
                <a:gd name="connsiteX17" fmla="*/ 2691753 w 2710118"/>
                <a:gd name="connsiteY17" fmla="*/ 1117266 h 2990829"/>
                <a:gd name="connsiteX18" fmla="*/ 2705755 w 2710118"/>
                <a:gd name="connsiteY18" fmla="*/ 1476359 h 2990829"/>
                <a:gd name="connsiteX19" fmla="*/ 2616030 w 2710118"/>
                <a:gd name="connsiteY19" fmla="*/ 1859359 h 2990829"/>
                <a:gd name="connsiteX20" fmla="*/ 2404670 w 2710118"/>
                <a:gd name="connsiteY20" fmla="*/ 2250361 h 2990829"/>
                <a:gd name="connsiteX21" fmla="*/ 2198263 w 2710118"/>
                <a:gd name="connsiteY21" fmla="*/ 2456862 h 2990829"/>
                <a:gd name="connsiteX22" fmla="*/ 1724680 w 2710118"/>
                <a:gd name="connsiteY22" fmla="*/ 2757091 h 2990829"/>
                <a:gd name="connsiteX23" fmla="*/ 1327868 w 2710118"/>
                <a:gd name="connsiteY23" fmla="*/ 2810907 h 2990829"/>
                <a:gd name="connsiteX24" fmla="*/ 931057 w 2710118"/>
                <a:gd name="connsiteY24" fmla="*/ 2912634 h 2990829"/>
                <a:gd name="connsiteX25" fmla="*/ 695789 w 2710118"/>
                <a:gd name="connsiteY25" fmla="*/ 2972451 h 2990829"/>
                <a:gd name="connsiteX26" fmla="*/ 348889 w 2710118"/>
                <a:gd name="connsiteY26" fmla="*/ 2984452 h 2990829"/>
                <a:gd name="connsiteX27" fmla="*/ 73711 w 2710118"/>
                <a:gd name="connsiteY27" fmla="*/ 2882725 h 2990829"/>
                <a:gd name="connsiteX28" fmla="*/ 2179 w 2710118"/>
                <a:gd name="connsiteY28" fmla="*/ 2712895 h 2990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10118" h="2990829">
                  <a:moveTo>
                    <a:pt x="2179" y="2712895"/>
                  </a:moveTo>
                  <a:cubicBezTo>
                    <a:pt x="-2774" y="2670604"/>
                    <a:pt x="-12" y="2627551"/>
                    <a:pt x="18085" y="2589260"/>
                  </a:cubicBezTo>
                  <a:cubicBezTo>
                    <a:pt x="44755" y="2532967"/>
                    <a:pt x="99810" y="2495153"/>
                    <a:pt x="161627" y="2489533"/>
                  </a:cubicBezTo>
                  <a:cubicBezTo>
                    <a:pt x="240304" y="2482389"/>
                    <a:pt x="310312" y="2530491"/>
                    <a:pt x="384893" y="2559352"/>
                  </a:cubicBezTo>
                  <a:cubicBezTo>
                    <a:pt x="468904" y="2591832"/>
                    <a:pt x="561392" y="2603452"/>
                    <a:pt x="648069" y="2579259"/>
                  </a:cubicBezTo>
                  <a:cubicBezTo>
                    <a:pt x="723602" y="2558209"/>
                    <a:pt x="788563" y="2511346"/>
                    <a:pt x="831520" y="2445623"/>
                  </a:cubicBezTo>
                  <a:cubicBezTo>
                    <a:pt x="877050" y="2375805"/>
                    <a:pt x="893052" y="2292366"/>
                    <a:pt x="909244" y="2210260"/>
                  </a:cubicBezTo>
                  <a:cubicBezTo>
                    <a:pt x="938010" y="2064909"/>
                    <a:pt x="963156" y="1918986"/>
                    <a:pt x="975062" y="1771444"/>
                  </a:cubicBezTo>
                  <a:cubicBezTo>
                    <a:pt x="982682" y="1676575"/>
                    <a:pt x="981539" y="1581134"/>
                    <a:pt x="989064" y="1486170"/>
                  </a:cubicBezTo>
                  <a:cubicBezTo>
                    <a:pt x="998970" y="1360154"/>
                    <a:pt x="1017163" y="1234424"/>
                    <a:pt x="1058882" y="1115171"/>
                  </a:cubicBezTo>
                  <a:cubicBezTo>
                    <a:pt x="1101269" y="993822"/>
                    <a:pt x="1163848" y="880951"/>
                    <a:pt x="1238333" y="776081"/>
                  </a:cubicBezTo>
                  <a:cubicBezTo>
                    <a:pt x="1335107" y="639778"/>
                    <a:pt x="1448741" y="516906"/>
                    <a:pt x="1567327" y="399081"/>
                  </a:cubicBezTo>
                  <a:cubicBezTo>
                    <a:pt x="1683627" y="283543"/>
                    <a:pt x="1803452" y="169719"/>
                    <a:pt x="1944136" y="85899"/>
                  </a:cubicBezTo>
                  <a:cubicBezTo>
                    <a:pt x="2013383" y="44656"/>
                    <a:pt x="2087487" y="10366"/>
                    <a:pt x="2167402" y="2079"/>
                  </a:cubicBezTo>
                  <a:cubicBezTo>
                    <a:pt x="2252365" y="-6684"/>
                    <a:pt x="2337709" y="12557"/>
                    <a:pt x="2412671" y="53991"/>
                  </a:cubicBezTo>
                  <a:cubicBezTo>
                    <a:pt x="2507063" y="106092"/>
                    <a:pt x="2581263" y="189341"/>
                    <a:pt x="2616030" y="291354"/>
                  </a:cubicBezTo>
                  <a:cubicBezTo>
                    <a:pt x="2662892" y="429085"/>
                    <a:pt x="2633651" y="577770"/>
                    <a:pt x="2637937" y="724265"/>
                  </a:cubicBezTo>
                  <a:cubicBezTo>
                    <a:pt x="2641842" y="856472"/>
                    <a:pt x="2673941" y="986012"/>
                    <a:pt x="2691753" y="1117266"/>
                  </a:cubicBezTo>
                  <a:cubicBezTo>
                    <a:pt x="2707946" y="1236234"/>
                    <a:pt x="2715565" y="1356630"/>
                    <a:pt x="2705755" y="1476359"/>
                  </a:cubicBezTo>
                  <a:cubicBezTo>
                    <a:pt x="2694896" y="1607709"/>
                    <a:pt x="2662606" y="1736011"/>
                    <a:pt x="2616030" y="1859359"/>
                  </a:cubicBezTo>
                  <a:cubicBezTo>
                    <a:pt x="2563451" y="1998710"/>
                    <a:pt x="2496681" y="2133298"/>
                    <a:pt x="2404670" y="2250361"/>
                  </a:cubicBezTo>
                  <a:cubicBezTo>
                    <a:pt x="2344376" y="2327132"/>
                    <a:pt x="2272177" y="2392854"/>
                    <a:pt x="2198263" y="2456862"/>
                  </a:cubicBezTo>
                  <a:cubicBezTo>
                    <a:pt x="2054911" y="2580973"/>
                    <a:pt x="1905464" y="2703370"/>
                    <a:pt x="1724680" y="2757091"/>
                  </a:cubicBezTo>
                  <a:cubicBezTo>
                    <a:pt x="1596473" y="2795191"/>
                    <a:pt x="1460456" y="2791857"/>
                    <a:pt x="1327868" y="2810907"/>
                  </a:cubicBezTo>
                  <a:cubicBezTo>
                    <a:pt x="1192518" y="2830433"/>
                    <a:pt x="1062311" y="2873677"/>
                    <a:pt x="931057" y="2912634"/>
                  </a:cubicBezTo>
                  <a:cubicBezTo>
                    <a:pt x="853428" y="2935684"/>
                    <a:pt x="775513" y="2958259"/>
                    <a:pt x="695789" y="2972451"/>
                  </a:cubicBezTo>
                  <a:cubicBezTo>
                    <a:pt x="581203" y="2992929"/>
                    <a:pt x="464808" y="2995311"/>
                    <a:pt x="348889" y="2984452"/>
                  </a:cubicBezTo>
                  <a:cubicBezTo>
                    <a:pt x="247352" y="2974927"/>
                    <a:pt x="142006" y="2956544"/>
                    <a:pt x="73711" y="2882725"/>
                  </a:cubicBezTo>
                  <a:cubicBezTo>
                    <a:pt x="31420" y="2836434"/>
                    <a:pt x="9513" y="2775474"/>
                    <a:pt x="2179" y="2712895"/>
                  </a:cubicBezTo>
                  <a:close/>
                </a:path>
              </a:pathLst>
            </a:custGeom>
            <a:noFill/>
            <a:ln w="12700" cap="rnd">
              <a:solidFill>
                <a:schemeClr val="bg2">
                  <a:alpha val="24000"/>
                </a:schemeClr>
              </a:solidFill>
              <a:prstDash val="lgDash"/>
              <a:round/>
            </a:ln>
          </p:spPr>
          <p:txBody>
            <a:bodyPr rtlCol="0" anchor="ctr"/>
            <a:lstStyle/>
            <a:p>
              <a:endParaRPr lang="en-US"/>
            </a:p>
          </p:txBody>
        </p:sp>
        <p:sp>
          <p:nvSpPr>
            <p:cNvPr id="285" name="Freeform: Shape 250">
              <a:extLst>
                <a:ext uri="{FF2B5EF4-FFF2-40B4-BE49-F238E27FC236}">
                  <a16:creationId xmlns:a16="http://schemas.microsoft.com/office/drawing/2014/main" id="{E6165D29-B803-4DC8-89DE-8DF7B5346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36081" y="1589661"/>
              <a:ext cx="1743551" cy="2969484"/>
            </a:xfrm>
            <a:custGeom>
              <a:avLst/>
              <a:gdLst>
                <a:gd name="connsiteX0" fmla="*/ 14495 w 1324131"/>
                <a:gd name="connsiteY0" fmla="*/ 1664146 h 2255159"/>
                <a:gd name="connsiteX1" fmla="*/ 97839 w 1324131"/>
                <a:gd name="connsiteY1" fmla="*/ 1271049 h 2255159"/>
                <a:gd name="connsiteX2" fmla="*/ 97839 w 1324131"/>
                <a:gd name="connsiteY2" fmla="*/ 991109 h 2255159"/>
                <a:gd name="connsiteX3" fmla="*/ 195756 w 1324131"/>
                <a:gd name="connsiteY3" fmla="*/ 588964 h 2255159"/>
                <a:gd name="connsiteX4" fmla="*/ 373778 w 1324131"/>
                <a:gd name="connsiteY4" fmla="*/ 336170 h 2255159"/>
                <a:gd name="connsiteX5" fmla="*/ 706867 w 1324131"/>
                <a:gd name="connsiteY5" fmla="*/ 86234 h 2255159"/>
                <a:gd name="connsiteX6" fmla="*/ 953755 w 1324131"/>
                <a:gd name="connsiteY6" fmla="*/ 33 h 2255159"/>
                <a:gd name="connsiteX7" fmla="*/ 1105965 w 1324131"/>
                <a:gd name="connsiteY7" fmla="*/ 60326 h 2255159"/>
                <a:gd name="connsiteX8" fmla="*/ 1146160 w 1324131"/>
                <a:gd name="connsiteY8" fmla="*/ 221204 h 2255159"/>
                <a:gd name="connsiteX9" fmla="*/ 1177783 w 1324131"/>
                <a:gd name="connsiteY9" fmla="*/ 448089 h 2255159"/>
                <a:gd name="connsiteX10" fmla="*/ 1281129 w 1324131"/>
                <a:gd name="connsiteY10" fmla="*/ 789941 h 2255159"/>
                <a:gd name="connsiteX11" fmla="*/ 1306942 w 1324131"/>
                <a:gd name="connsiteY11" fmla="*/ 942151 h 2255159"/>
                <a:gd name="connsiteX12" fmla="*/ 1321325 w 1324131"/>
                <a:gd name="connsiteY12" fmla="*/ 1272478 h 2255159"/>
                <a:gd name="connsiteX13" fmla="*/ 1215121 w 1324131"/>
                <a:gd name="connsiteY13" fmla="*/ 1660240 h 2255159"/>
                <a:gd name="connsiteX14" fmla="*/ 1085962 w 1324131"/>
                <a:gd name="connsiteY14" fmla="*/ 1844073 h 2255159"/>
                <a:gd name="connsiteX15" fmla="*/ 849075 w 1324131"/>
                <a:gd name="connsiteY15" fmla="*/ 2081055 h 2255159"/>
                <a:gd name="connsiteX16" fmla="*/ 445691 w 1324131"/>
                <a:gd name="connsiteY16" fmla="*/ 2254887 h 2255159"/>
                <a:gd name="connsiteX17" fmla="*/ 126985 w 1324131"/>
                <a:gd name="connsiteY17" fmla="*/ 2134205 h 2255159"/>
                <a:gd name="connsiteX18" fmla="*/ 683 w 1324131"/>
                <a:gd name="connsiteY18" fmla="*/ 1829690 h 2255159"/>
                <a:gd name="connsiteX19" fmla="*/ 14495 w 1324131"/>
                <a:gd name="connsiteY19" fmla="*/ 1664146 h 2255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24131" h="2255159">
                  <a:moveTo>
                    <a:pt x="14495" y="1664146"/>
                  </a:moveTo>
                  <a:cubicBezTo>
                    <a:pt x="40593" y="1532320"/>
                    <a:pt x="87552" y="1404780"/>
                    <a:pt x="97839" y="1271049"/>
                  </a:cubicBezTo>
                  <a:cubicBezTo>
                    <a:pt x="104982" y="1177895"/>
                    <a:pt x="94790" y="1084454"/>
                    <a:pt x="97839" y="991109"/>
                  </a:cubicBezTo>
                  <a:cubicBezTo>
                    <a:pt x="102411" y="851759"/>
                    <a:pt x="135177" y="714408"/>
                    <a:pt x="195756" y="588964"/>
                  </a:cubicBezTo>
                  <a:cubicBezTo>
                    <a:pt x="240809" y="495524"/>
                    <a:pt x="301674" y="410751"/>
                    <a:pt x="373778" y="336170"/>
                  </a:cubicBezTo>
                  <a:cubicBezTo>
                    <a:pt x="470742" y="235967"/>
                    <a:pt x="585614" y="155386"/>
                    <a:pt x="706867" y="86234"/>
                  </a:cubicBezTo>
                  <a:cubicBezTo>
                    <a:pt x="784020" y="42229"/>
                    <a:pt x="865363" y="1367"/>
                    <a:pt x="953755" y="33"/>
                  </a:cubicBezTo>
                  <a:cubicBezTo>
                    <a:pt x="1011667" y="-824"/>
                    <a:pt x="1070817" y="14892"/>
                    <a:pt x="1105965" y="60326"/>
                  </a:cubicBezTo>
                  <a:cubicBezTo>
                    <a:pt x="1140350" y="104903"/>
                    <a:pt x="1142445" y="164244"/>
                    <a:pt x="1146160" y="221204"/>
                  </a:cubicBezTo>
                  <a:cubicBezTo>
                    <a:pt x="1151113" y="297594"/>
                    <a:pt x="1160543" y="373604"/>
                    <a:pt x="1177783" y="448089"/>
                  </a:cubicBezTo>
                  <a:cubicBezTo>
                    <a:pt x="1204644" y="564199"/>
                    <a:pt x="1253888" y="673927"/>
                    <a:pt x="1281129" y="789941"/>
                  </a:cubicBezTo>
                  <a:cubicBezTo>
                    <a:pt x="1292940" y="840043"/>
                    <a:pt x="1300656" y="891097"/>
                    <a:pt x="1306942" y="942151"/>
                  </a:cubicBezTo>
                  <a:cubicBezTo>
                    <a:pt x="1320563" y="1051784"/>
                    <a:pt x="1328754" y="1162274"/>
                    <a:pt x="1321325" y="1272478"/>
                  </a:cubicBezTo>
                  <a:cubicBezTo>
                    <a:pt x="1312181" y="1407828"/>
                    <a:pt x="1279700" y="1541178"/>
                    <a:pt x="1215121" y="1660240"/>
                  </a:cubicBezTo>
                  <a:cubicBezTo>
                    <a:pt x="1179307" y="1726249"/>
                    <a:pt x="1134063" y="1786352"/>
                    <a:pt x="1085962" y="1844073"/>
                  </a:cubicBezTo>
                  <a:cubicBezTo>
                    <a:pt x="1014239" y="1930084"/>
                    <a:pt x="936610" y="2011237"/>
                    <a:pt x="849075" y="2081055"/>
                  </a:cubicBezTo>
                  <a:cubicBezTo>
                    <a:pt x="731441" y="2174972"/>
                    <a:pt x="595424" y="2249743"/>
                    <a:pt x="445691" y="2254887"/>
                  </a:cubicBezTo>
                  <a:cubicBezTo>
                    <a:pt x="326915" y="2258887"/>
                    <a:pt x="210138" y="2218882"/>
                    <a:pt x="126985" y="2134205"/>
                  </a:cubicBezTo>
                  <a:cubicBezTo>
                    <a:pt x="47642" y="2053432"/>
                    <a:pt x="5922" y="1943228"/>
                    <a:pt x="683" y="1829690"/>
                  </a:cubicBezTo>
                  <a:cubicBezTo>
                    <a:pt x="-2079" y="1774255"/>
                    <a:pt x="3732" y="1718819"/>
                    <a:pt x="14495" y="1664146"/>
                  </a:cubicBezTo>
                  <a:close/>
                </a:path>
              </a:pathLst>
            </a:custGeom>
            <a:noFill/>
            <a:ln w="12700" cap="rnd">
              <a:solidFill>
                <a:schemeClr val="bg2">
                  <a:alpha val="24000"/>
                </a:schemeClr>
              </a:solidFill>
              <a:prstDash val="lgDash"/>
              <a:round/>
            </a:ln>
          </p:spPr>
          <p:txBody>
            <a:bodyPr rtlCol="0" anchor="ctr"/>
            <a:lstStyle/>
            <a:p>
              <a:endParaRPr lang="en-US"/>
            </a:p>
          </p:txBody>
        </p:sp>
        <p:sp>
          <p:nvSpPr>
            <p:cNvPr id="252" name="Freeform: Shape 251">
              <a:extLst>
                <a:ext uri="{FF2B5EF4-FFF2-40B4-BE49-F238E27FC236}">
                  <a16:creationId xmlns:a16="http://schemas.microsoft.com/office/drawing/2014/main" id="{AFF8557F-8C51-4431-A149-896D24BDC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56128" y="3099688"/>
              <a:ext cx="933037" cy="1078994"/>
            </a:xfrm>
            <a:custGeom>
              <a:avLst/>
              <a:gdLst>
                <a:gd name="connsiteX0" fmla="*/ 23248 w 708590"/>
                <a:gd name="connsiteY0" fmla="*/ 533652 h 819436"/>
                <a:gd name="connsiteX1" fmla="*/ 132310 w 708590"/>
                <a:gd name="connsiteY1" fmla="*/ 280859 h 819436"/>
                <a:gd name="connsiteX2" fmla="*/ 255754 w 708590"/>
                <a:gd name="connsiteY2" fmla="*/ 97026 h 819436"/>
                <a:gd name="connsiteX3" fmla="*/ 445206 w 708590"/>
                <a:gd name="connsiteY3" fmla="*/ 2253 h 819436"/>
                <a:gd name="connsiteX4" fmla="*/ 597415 w 708590"/>
                <a:gd name="connsiteY4" fmla="*/ 33875 h 819436"/>
                <a:gd name="connsiteX5" fmla="*/ 703619 w 708590"/>
                <a:gd name="connsiteY5" fmla="*/ 214851 h 819436"/>
                <a:gd name="connsiteX6" fmla="*/ 686379 w 708590"/>
                <a:gd name="connsiteY6" fmla="*/ 418781 h 819436"/>
                <a:gd name="connsiteX7" fmla="*/ 585890 w 708590"/>
                <a:gd name="connsiteY7" fmla="*/ 616996 h 819436"/>
                <a:gd name="connsiteX8" fmla="*/ 347574 w 708590"/>
                <a:gd name="connsiteY8" fmla="*/ 780731 h 819436"/>
                <a:gd name="connsiteX9" fmla="*/ 166695 w 708590"/>
                <a:gd name="connsiteY9" fmla="*/ 818069 h 819436"/>
                <a:gd name="connsiteX10" fmla="*/ 14485 w 708590"/>
                <a:gd name="connsiteY10" fmla="*/ 720438 h 819436"/>
                <a:gd name="connsiteX11" fmla="*/ 23248 w 708590"/>
                <a:gd name="connsiteY11" fmla="*/ 533652 h 819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8590" h="819436">
                  <a:moveTo>
                    <a:pt x="23248" y="533652"/>
                  </a:moveTo>
                  <a:cubicBezTo>
                    <a:pt x="51728" y="446213"/>
                    <a:pt x="90685" y="362869"/>
                    <a:pt x="132310" y="280859"/>
                  </a:cubicBezTo>
                  <a:cubicBezTo>
                    <a:pt x="166028" y="214470"/>
                    <a:pt x="202223" y="148461"/>
                    <a:pt x="255754" y="97026"/>
                  </a:cubicBezTo>
                  <a:cubicBezTo>
                    <a:pt x="307855" y="46925"/>
                    <a:pt x="373578" y="11587"/>
                    <a:pt x="445206" y="2253"/>
                  </a:cubicBezTo>
                  <a:cubicBezTo>
                    <a:pt x="498546" y="-4701"/>
                    <a:pt x="552743" y="4062"/>
                    <a:pt x="597415" y="33875"/>
                  </a:cubicBezTo>
                  <a:cubicBezTo>
                    <a:pt x="657708" y="74071"/>
                    <a:pt x="691617" y="142937"/>
                    <a:pt x="703619" y="214851"/>
                  </a:cubicBezTo>
                  <a:cubicBezTo>
                    <a:pt x="715049" y="282954"/>
                    <a:pt x="705715" y="352296"/>
                    <a:pt x="686379" y="418781"/>
                  </a:cubicBezTo>
                  <a:cubicBezTo>
                    <a:pt x="665519" y="490790"/>
                    <a:pt x="634182" y="559846"/>
                    <a:pt x="585890" y="616996"/>
                  </a:cubicBezTo>
                  <a:cubicBezTo>
                    <a:pt x="523025" y="691386"/>
                    <a:pt x="437395" y="742155"/>
                    <a:pt x="347574" y="780731"/>
                  </a:cubicBezTo>
                  <a:cubicBezTo>
                    <a:pt x="289758" y="805591"/>
                    <a:pt x="228988" y="824831"/>
                    <a:pt x="166695" y="818069"/>
                  </a:cubicBezTo>
                  <a:cubicBezTo>
                    <a:pt x="102496" y="811115"/>
                    <a:pt x="41631" y="778445"/>
                    <a:pt x="14485" y="720438"/>
                  </a:cubicBezTo>
                  <a:cubicBezTo>
                    <a:pt x="-12661" y="662145"/>
                    <a:pt x="3055" y="595660"/>
                    <a:pt x="23248" y="533652"/>
                  </a:cubicBezTo>
                  <a:close/>
                </a:path>
              </a:pathLst>
            </a:custGeom>
            <a:noFill/>
            <a:ln w="12700" cap="rnd">
              <a:solidFill>
                <a:schemeClr val="bg2">
                  <a:alpha val="24000"/>
                </a:schemeClr>
              </a:solidFill>
              <a:prstDash val="lgDash"/>
              <a:round/>
            </a:ln>
          </p:spPr>
          <p:txBody>
            <a:bodyPr rtlCol="0" anchor="ctr"/>
            <a:lstStyle/>
            <a:p>
              <a:endParaRPr lang="en-US"/>
            </a:p>
          </p:txBody>
        </p:sp>
        <p:sp>
          <p:nvSpPr>
            <p:cNvPr id="253" name="Freeform: Shape 252">
              <a:extLst>
                <a:ext uri="{FF2B5EF4-FFF2-40B4-BE49-F238E27FC236}">
                  <a16:creationId xmlns:a16="http://schemas.microsoft.com/office/drawing/2014/main" id="{DCA02EEE-CFE2-4F57-9101-07A45870D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21413" y="2153126"/>
              <a:ext cx="562062" cy="821426"/>
            </a:xfrm>
            <a:custGeom>
              <a:avLst/>
              <a:gdLst>
                <a:gd name="connsiteX0" fmla="*/ 149850 w 426855"/>
                <a:gd name="connsiteY0" fmla="*/ 546425 h 623828"/>
                <a:gd name="connsiteX1" fmla="*/ 209667 w 426855"/>
                <a:gd name="connsiteY1" fmla="*/ 590336 h 623828"/>
                <a:gd name="connsiteX2" fmla="*/ 285391 w 426855"/>
                <a:gd name="connsiteY2" fmla="*/ 622244 h 623828"/>
                <a:gd name="connsiteX3" fmla="*/ 393024 w 426855"/>
                <a:gd name="connsiteY3" fmla="*/ 584335 h 623828"/>
                <a:gd name="connsiteX4" fmla="*/ 420932 w 426855"/>
                <a:gd name="connsiteY4" fmla="*/ 446699 h 623828"/>
                <a:gd name="connsiteX5" fmla="*/ 420932 w 426855"/>
                <a:gd name="connsiteY5" fmla="*/ 227243 h 623828"/>
                <a:gd name="connsiteX6" fmla="*/ 341208 w 426855"/>
                <a:gd name="connsiteY6" fmla="*/ 59698 h 623828"/>
                <a:gd name="connsiteX7" fmla="*/ 273390 w 426855"/>
                <a:gd name="connsiteY7" fmla="*/ 11787 h 623828"/>
                <a:gd name="connsiteX8" fmla="*/ 4213 w 426855"/>
                <a:gd name="connsiteY8" fmla="*/ 229243 h 623828"/>
                <a:gd name="connsiteX9" fmla="*/ 58029 w 426855"/>
                <a:gd name="connsiteY9" fmla="*/ 458605 h 623828"/>
                <a:gd name="connsiteX10" fmla="*/ 149850 w 426855"/>
                <a:gd name="connsiteY10" fmla="*/ 546425 h 62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855" h="623828">
                  <a:moveTo>
                    <a:pt x="149850" y="546425"/>
                  </a:moveTo>
                  <a:cubicBezTo>
                    <a:pt x="169186" y="561856"/>
                    <a:pt x="188807" y="577001"/>
                    <a:pt x="209667" y="590336"/>
                  </a:cubicBezTo>
                  <a:cubicBezTo>
                    <a:pt x="233004" y="605290"/>
                    <a:pt x="258054" y="617958"/>
                    <a:pt x="285391" y="622244"/>
                  </a:cubicBezTo>
                  <a:cubicBezTo>
                    <a:pt x="325777" y="628531"/>
                    <a:pt x="367687" y="616148"/>
                    <a:pt x="393024" y="584335"/>
                  </a:cubicBezTo>
                  <a:cubicBezTo>
                    <a:pt x="422932" y="546902"/>
                    <a:pt x="419884" y="495467"/>
                    <a:pt x="420932" y="446699"/>
                  </a:cubicBezTo>
                  <a:cubicBezTo>
                    <a:pt x="422551" y="373166"/>
                    <a:pt x="433409" y="299537"/>
                    <a:pt x="420932" y="227243"/>
                  </a:cubicBezTo>
                  <a:cubicBezTo>
                    <a:pt x="410168" y="165140"/>
                    <a:pt x="384165" y="105704"/>
                    <a:pt x="341208" y="59698"/>
                  </a:cubicBezTo>
                  <a:cubicBezTo>
                    <a:pt x="322062" y="39219"/>
                    <a:pt x="299488" y="22265"/>
                    <a:pt x="273390" y="11787"/>
                  </a:cubicBezTo>
                  <a:cubicBezTo>
                    <a:pt x="145278" y="-39743"/>
                    <a:pt x="27549" y="85892"/>
                    <a:pt x="4213" y="229243"/>
                  </a:cubicBezTo>
                  <a:cubicBezTo>
                    <a:pt x="-8932" y="310205"/>
                    <a:pt x="8594" y="393359"/>
                    <a:pt x="58029" y="458605"/>
                  </a:cubicBezTo>
                  <a:cubicBezTo>
                    <a:pt x="83747" y="492514"/>
                    <a:pt x="116608" y="519946"/>
                    <a:pt x="149850" y="546425"/>
                  </a:cubicBezTo>
                  <a:close/>
                </a:path>
              </a:pathLst>
            </a:custGeom>
            <a:noFill/>
            <a:ln w="12700" cap="rnd">
              <a:solidFill>
                <a:schemeClr val="bg2">
                  <a:alpha val="24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098567EF-3DAB-2F45-9364-5C2CAC16AEA4}"/>
              </a:ext>
            </a:extLst>
          </p:cNvPr>
          <p:cNvSpPr>
            <a:spLocks noGrp="1"/>
          </p:cNvSpPr>
          <p:nvPr>
            <p:ph type="ctrTitle"/>
          </p:nvPr>
        </p:nvSpPr>
        <p:spPr>
          <a:xfrm>
            <a:off x="996275" y="744909"/>
            <a:ext cx="10190071" cy="3145855"/>
          </a:xfrm>
        </p:spPr>
        <p:txBody>
          <a:bodyPr anchor="b">
            <a:normAutofit/>
          </a:bodyPr>
          <a:lstStyle/>
          <a:p>
            <a:r>
              <a:rPr lang="en-GB" sz="5400" b="1" dirty="0">
                <a:solidFill>
                  <a:srgbClr val="FFFFFF"/>
                </a:solidFill>
              </a:rPr>
              <a:t>Structure-based </a:t>
            </a:r>
            <a:r>
              <a:rPr lang="en-GB" sz="5400" dirty="0">
                <a:solidFill>
                  <a:srgbClr val="FFFFFF"/>
                </a:solidFill>
              </a:rPr>
              <a:t>protein-ligand binding prediction</a:t>
            </a:r>
          </a:p>
        </p:txBody>
      </p:sp>
      <p:sp>
        <p:nvSpPr>
          <p:cNvPr id="3" name="Subtitle 2">
            <a:extLst>
              <a:ext uri="{FF2B5EF4-FFF2-40B4-BE49-F238E27FC236}">
                <a16:creationId xmlns:a16="http://schemas.microsoft.com/office/drawing/2014/main" id="{0A6A94CF-CA5C-724A-A629-C9A5A7BD7973}"/>
              </a:ext>
            </a:extLst>
          </p:cNvPr>
          <p:cNvSpPr>
            <a:spLocks noGrp="1"/>
          </p:cNvSpPr>
          <p:nvPr>
            <p:ph type="subTitle" idx="1"/>
          </p:nvPr>
        </p:nvSpPr>
        <p:spPr>
          <a:xfrm>
            <a:off x="1218708" y="4069780"/>
            <a:ext cx="9781327" cy="2056617"/>
          </a:xfrm>
        </p:spPr>
        <p:txBody>
          <a:bodyPr anchor="t">
            <a:normAutofit/>
          </a:bodyPr>
          <a:lstStyle/>
          <a:p>
            <a:r>
              <a:rPr lang="en-GB" sz="2200" dirty="0">
                <a:solidFill>
                  <a:srgbClr val="FFFFFF"/>
                </a:solidFill>
              </a:rPr>
              <a:t>Yaoding Chen | BS6207 Project</a:t>
            </a:r>
          </a:p>
          <a:p>
            <a:r>
              <a:rPr lang="en-GB" sz="2000" b="1" dirty="0">
                <a:solidFill>
                  <a:schemeClr val="bg1"/>
                </a:solidFill>
              </a:rPr>
              <a:t>Reviewed by: </a:t>
            </a:r>
            <a:r>
              <a:rPr lang="en-GB" sz="2000" dirty="0">
                <a:solidFill>
                  <a:schemeClr val="bg1"/>
                </a:solidFill>
              </a:rPr>
              <a:t>Jingyi Hu, Jingyu Long</a:t>
            </a:r>
          </a:p>
          <a:p>
            <a:endParaRPr lang="en-GB" sz="2200" dirty="0">
              <a:solidFill>
                <a:srgbClr val="FFFFFF"/>
              </a:solidFill>
            </a:endParaRPr>
          </a:p>
          <a:p>
            <a:endParaRPr lang="en-GB" sz="2200" dirty="0">
              <a:solidFill>
                <a:srgbClr val="FFFFFF"/>
              </a:solidFill>
            </a:endParaRPr>
          </a:p>
        </p:txBody>
      </p:sp>
      <p:grpSp>
        <p:nvGrpSpPr>
          <p:cNvPr id="255" name="Bottom Right">
            <a:extLst>
              <a:ext uri="{FF2B5EF4-FFF2-40B4-BE49-F238E27FC236}">
                <a16:creationId xmlns:a16="http://schemas.microsoft.com/office/drawing/2014/main" id="{8F281804-17FE-49B9-9065-1A44CD473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256" name="Graphic 157">
              <a:extLst>
                <a:ext uri="{FF2B5EF4-FFF2-40B4-BE49-F238E27FC236}">
                  <a16:creationId xmlns:a16="http://schemas.microsoft.com/office/drawing/2014/main" id="{737BB70B-7AAF-4229-8400-5AFF12A2367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58" name="Freeform: Shape 257">
                <a:extLst>
                  <a:ext uri="{FF2B5EF4-FFF2-40B4-BE49-F238E27FC236}">
                    <a16:creationId xmlns:a16="http://schemas.microsoft.com/office/drawing/2014/main" id="{9B992201-AA48-4BE7-ADC2-908B16934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259" name="Freeform: Shape 258">
                <a:extLst>
                  <a:ext uri="{FF2B5EF4-FFF2-40B4-BE49-F238E27FC236}">
                    <a16:creationId xmlns:a16="http://schemas.microsoft.com/office/drawing/2014/main" id="{840E3649-4ED2-4501-AF92-DEC3DFF5C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260" name="Freeform: Shape 259">
                <a:extLst>
                  <a:ext uri="{FF2B5EF4-FFF2-40B4-BE49-F238E27FC236}">
                    <a16:creationId xmlns:a16="http://schemas.microsoft.com/office/drawing/2014/main" id="{68B38FD5-4195-4693-8AB7-D01C58D21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261" name="Freeform: Shape 260">
                <a:extLst>
                  <a:ext uri="{FF2B5EF4-FFF2-40B4-BE49-F238E27FC236}">
                    <a16:creationId xmlns:a16="http://schemas.microsoft.com/office/drawing/2014/main" id="{F0635352-3FD2-43A8-832C-705F1CB91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262" name="Freeform: Shape 261">
                <a:extLst>
                  <a:ext uri="{FF2B5EF4-FFF2-40B4-BE49-F238E27FC236}">
                    <a16:creationId xmlns:a16="http://schemas.microsoft.com/office/drawing/2014/main" id="{FBEAF61E-74F7-41BA-9576-39B196150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263" name="Freeform: Shape 262">
                <a:extLst>
                  <a:ext uri="{FF2B5EF4-FFF2-40B4-BE49-F238E27FC236}">
                    <a16:creationId xmlns:a16="http://schemas.microsoft.com/office/drawing/2014/main" id="{AB31D9B5-1401-4F40-BEE6-D49291995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264" name="Freeform: Shape 263">
                <a:extLst>
                  <a:ext uri="{FF2B5EF4-FFF2-40B4-BE49-F238E27FC236}">
                    <a16:creationId xmlns:a16="http://schemas.microsoft.com/office/drawing/2014/main" id="{8EDD38F5-BC63-401D-8C72-8D41A360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257" name="Freeform: Shape 256">
              <a:extLst>
                <a:ext uri="{FF2B5EF4-FFF2-40B4-BE49-F238E27FC236}">
                  <a16:creationId xmlns:a16="http://schemas.microsoft.com/office/drawing/2014/main" id="{05CE5B18-7300-438F-80EB-4F4E431C8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Slide Number Placeholder 3">
            <a:extLst>
              <a:ext uri="{FF2B5EF4-FFF2-40B4-BE49-F238E27FC236}">
                <a16:creationId xmlns:a16="http://schemas.microsoft.com/office/drawing/2014/main" id="{0DE21FAA-1CE7-9240-A183-C269CBF79AB2}"/>
              </a:ext>
            </a:extLst>
          </p:cNvPr>
          <p:cNvSpPr>
            <a:spLocks noGrp="1"/>
          </p:cNvSpPr>
          <p:nvPr>
            <p:ph type="sldNum" sz="quarter" idx="12"/>
          </p:nvPr>
        </p:nvSpPr>
        <p:spPr/>
        <p:txBody>
          <a:bodyPr/>
          <a:lstStyle/>
          <a:p>
            <a:fld id="{73B850FF-6169-4056-8077-06FFA93A5366}" type="slidenum">
              <a:rPr lang="en-US" smtClean="0"/>
              <a:t>1</a:t>
            </a:fld>
            <a:endParaRPr lang="en-US" dirty="0"/>
          </a:p>
        </p:txBody>
      </p:sp>
    </p:spTree>
    <p:extLst>
      <p:ext uri="{BB962C8B-B14F-4D97-AF65-F5344CB8AC3E}">
        <p14:creationId xmlns:p14="http://schemas.microsoft.com/office/powerpoint/2010/main" val="682112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41" fill="hold"/>
                                        <p:tgtEl>
                                          <p:spTgt spid="26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6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66"/>
                                        </p:tgtEl>
                                      </p:cBhvr>
                                    </p:cmd>
                                  </p:childTnLst>
                                </p:cTn>
                              </p:par>
                            </p:childTnLst>
                          </p:cTn>
                        </p:par>
                      </p:childTnLst>
                    </p:cTn>
                  </p:par>
                </p:childTnLst>
              </p:cTn>
              <p:nextCondLst>
                <p:cond evt="onClick" delay="0">
                  <p:tgtEl>
                    <p:spTgt spid="266"/>
                  </p:tgtEl>
                </p:cond>
              </p:nextCondLst>
            </p:seq>
            <p:video>
              <p:cMediaNode mute="1">
                <p:cTn id="12" repeatCount="indefinite" fill="hold" display="0">
                  <p:stCondLst>
                    <p:cond delay="indefinite"/>
                  </p:stCondLst>
                </p:cTn>
                <p:tgtEl>
                  <p:spTgt spid="26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4CEB9-317A-D34F-B3D9-FC226006DB7E}"/>
              </a:ext>
            </a:extLst>
          </p:cNvPr>
          <p:cNvSpPr>
            <a:spLocks noGrp="1"/>
          </p:cNvSpPr>
          <p:nvPr>
            <p:ph type="title"/>
          </p:nvPr>
        </p:nvSpPr>
        <p:spPr/>
        <p:txBody>
          <a:bodyPr/>
          <a:lstStyle/>
          <a:p>
            <a:r>
              <a:rPr lang="en-GB" dirty="0"/>
              <a:t>Outline</a:t>
            </a:r>
          </a:p>
        </p:txBody>
      </p:sp>
      <p:graphicFrame>
        <p:nvGraphicFramePr>
          <p:cNvPr id="7" name="Content Placeholder 2">
            <a:extLst>
              <a:ext uri="{FF2B5EF4-FFF2-40B4-BE49-F238E27FC236}">
                <a16:creationId xmlns:a16="http://schemas.microsoft.com/office/drawing/2014/main" id="{853ECD3D-839C-8840-A7A4-A4FB636C66F5}"/>
              </a:ext>
            </a:extLst>
          </p:cNvPr>
          <p:cNvGraphicFramePr>
            <a:graphicFrameLocks noGrp="1"/>
          </p:cNvGraphicFramePr>
          <p:nvPr>
            <p:ph idx="1"/>
            <p:extLst>
              <p:ext uri="{D42A27DB-BD31-4B8C-83A1-F6EECF244321}">
                <p14:modId xmlns:p14="http://schemas.microsoft.com/office/powerpoint/2010/main" val="3571344147"/>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D1885B2A-4E8F-D444-B518-9358F84EFD77}"/>
              </a:ext>
            </a:extLst>
          </p:cNvPr>
          <p:cNvSpPr>
            <a:spLocks noGrp="1"/>
          </p:cNvSpPr>
          <p:nvPr>
            <p:ph type="sldNum" sz="quarter" idx="12"/>
          </p:nvPr>
        </p:nvSpPr>
        <p:spPr/>
        <p:txBody>
          <a:bodyPr/>
          <a:lstStyle/>
          <a:p>
            <a:fld id="{73B850FF-6169-4056-8077-06FFA93A5366}" type="slidenum">
              <a:rPr lang="en-US" smtClean="0"/>
              <a:t>2</a:t>
            </a:fld>
            <a:endParaRPr lang="en-US"/>
          </a:p>
        </p:txBody>
      </p:sp>
    </p:spTree>
    <p:extLst>
      <p:ext uri="{BB962C8B-B14F-4D97-AF65-F5344CB8AC3E}">
        <p14:creationId xmlns:p14="http://schemas.microsoft.com/office/powerpoint/2010/main" val="3384272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4CEB9-317A-D34F-B3D9-FC226006DB7E}"/>
              </a:ext>
            </a:extLst>
          </p:cNvPr>
          <p:cNvSpPr>
            <a:spLocks noGrp="1"/>
          </p:cNvSpPr>
          <p:nvPr>
            <p:ph type="title"/>
          </p:nvPr>
        </p:nvSpPr>
        <p:spPr/>
        <p:txBody>
          <a:bodyPr/>
          <a:lstStyle/>
          <a:p>
            <a:r>
              <a:rPr lang="en-GB" dirty="0"/>
              <a:t>Problem statements</a:t>
            </a:r>
          </a:p>
        </p:txBody>
      </p:sp>
      <p:sp>
        <p:nvSpPr>
          <p:cNvPr id="3" name="Content Placeholder 2">
            <a:extLst>
              <a:ext uri="{FF2B5EF4-FFF2-40B4-BE49-F238E27FC236}">
                <a16:creationId xmlns:a16="http://schemas.microsoft.com/office/drawing/2014/main" id="{39BE4277-FDDC-F646-82BC-444D0B667D45}"/>
              </a:ext>
            </a:extLst>
          </p:cNvPr>
          <p:cNvSpPr>
            <a:spLocks noGrp="1"/>
          </p:cNvSpPr>
          <p:nvPr>
            <p:ph idx="1"/>
          </p:nvPr>
        </p:nvSpPr>
        <p:spPr>
          <a:xfrm>
            <a:off x="5720862" y="1825625"/>
            <a:ext cx="5539154" cy="4351338"/>
          </a:xfrm>
        </p:spPr>
        <p:txBody>
          <a:bodyPr>
            <a:normAutofit/>
          </a:bodyPr>
          <a:lstStyle/>
          <a:p>
            <a:r>
              <a:rPr lang="en-GB" b="1" dirty="0"/>
              <a:t>Biochemical background: </a:t>
            </a:r>
          </a:p>
          <a:p>
            <a:pPr lvl="1"/>
            <a:r>
              <a:rPr lang="en-GB" dirty="0"/>
              <a:t>Ligands specifically bind to proteins via structural pockets </a:t>
            </a:r>
          </a:p>
          <a:p>
            <a:pPr lvl="1"/>
            <a:r>
              <a:rPr lang="en-GB" dirty="0"/>
              <a:t>Hydrophobic and polar atoms have high affinity to themselves</a:t>
            </a:r>
          </a:p>
          <a:p>
            <a:endParaRPr lang="en-GB" dirty="0"/>
          </a:p>
        </p:txBody>
      </p:sp>
      <p:pic>
        <p:nvPicPr>
          <p:cNvPr id="30" name="Picture 2">
            <a:extLst>
              <a:ext uri="{FF2B5EF4-FFF2-40B4-BE49-F238E27FC236}">
                <a16:creationId xmlns:a16="http://schemas.microsoft.com/office/drawing/2014/main" id="{FB3ACE5E-DE4E-6644-8A5E-E5721FF4F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5625"/>
            <a:ext cx="4355123" cy="460003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otein Ligand Binding Site Prediction Service">
            <a:extLst>
              <a:ext uri="{FF2B5EF4-FFF2-40B4-BE49-F238E27FC236}">
                <a16:creationId xmlns:a16="http://schemas.microsoft.com/office/drawing/2014/main" id="{9CBB19D7-A22C-294B-9117-46B48A0DB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0862" y="4042611"/>
            <a:ext cx="6084873" cy="2815389"/>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75741EC1-F2F9-074E-90F0-584E6F3BD10E}"/>
              </a:ext>
            </a:extLst>
          </p:cNvPr>
          <p:cNvSpPr>
            <a:spLocks noGrp="1"/>
          </p:cNvSpPr>
          <p:nvPr>
            <p:ph type="sldNum" sz="quarter" idx="12"/>
          </p:nvPr>
        </p:nvSpPr>
        <p:spPr/>
        <p:txBody>
          <a:bodyPr/>
          <a:lstStyle/>
          <a:p>
            <a:fld id="{73B850FF-6169-4056-8077-06FFA93A5366}" type="slidenum">
              <a:rPr lang="en-US" smtClean="0"/>
              <a:t>3</a:t>
            </a:fld>
            <a:endParaRPr lang="en-US"/>
          </a:p>
        </p:txBody>
      </p:sp>
    </p:spTree>
    <p:extLst>
      <p:ext uri="{BB962C8B-B14F-4D97-AF65-F5344CB8AC3E}">
        <p14:creationId xmlns:p14="http://schemas.microsoft.com/office/powerpoint/2010/main" val="20513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4CEB9-317A-D34F-B3D9-FC226006DB7E}"/>
              </a:ext>
            </a:extLst>
          </p:cNvPr>
          <p:cNvSpPr>
            <a:spLocks noGrp="1"/>
          </p:cNvSpPr>
          <p:nvPr>
            <p:ph type="title"/>
          </p:nvPr>
        </p:nvSpPr>
        <p:spPr/>
        <p:txBody>
          <a:bodyPr/>
          <a:lstStyle/>
          <a:p>
            <a:r>
              <a:rPr lang="en-GB" dirty="0"/>
              <a:t>Problem statements</a:t>
            </a:r>
          </a:p>
        </p:txBody>
      </p:sp>
      <p:sp>
        <p:nvSpPr>
          <p:cNvPr id="3" name="Content Placeholder 2">
            <a:extLst>
              <a:ext uri="{FF2B5EF4-FFF2-40B4-BE49-F238E27FC236}">
                <a16:creationId xmlns:a16="http://schemas.microsoft.com/office/drawing/2014/main" id="{39BE4277-FDDC-F646-82BC-444D0B667D45}"/>
              </a:ext>
            </a:extLst>
          </p:cNvPr>
          <p:cNvSpPr>
            <a:spLocks noGrp="1"/>
          </p:cNvSpPr>
          <p:nvPr>
            <p:ph idx="1"/>
          </p:nvPr>
        </p:nvSpPr>
        <p:spPr>
          <a:xfrm>
            <a:off x="838200" y="1825625"/>
            <a:ext cx="4460631" cy="4351338"/>
          </a:xfrm>
        </p:spPr>
        <p:txBody>
          <a:bodyPr>
            <a:normAutofit fontScale="92500"/>
          </a:bodyPr>
          <a:lstStyle/>
          <a:p>
            <a:r>
              <a:rPr lang="en-GB" b="1" dirty="0"/>
              <a:t>Important to drug target identification (DTI)</a:t>
            </a:r>
          </a:p>
          <a:p>
            <a:r>
              <a:rPr lang="en-GB" b="1" dirty="0"/>
              <a:t>Challenges for machine learning</a:t>
            </a:r>
          </a:p>
          <a:p>
            <a:pPr lvl="1"/>
            <a:r>
              <a:rPr lang="en-GB" dirty="0"/>
              <a:t>Diversity and complexity of protein and ligand structures</a:t>
            </a:r>
          </a:p>
          <a:p>
            <a:pPr lvl="1"/>
            <a:r>
              <a:rPr lang="en-GB" dirty="0"/>
              <a:t>Vast amount of known and unknown proteins and ligands</a:t>
            </a:r>
          </a:p>
        </p:txBody>
      </p:sp>
      <p:pic>
        <p:nvPicPr>
          <p:cNvPr id="3074" name="Picture 2">
            <a:extLst>
              <a:ext uri="{FF2B5EF4-FFF2-40B4-BE49-F238E27FC236}">
                <a16:creationId xmlns:a16="http://schemas.microsoft.com/office/drawing/2014/main" id="{763CCFEC-B5FE-2147-9C4F-A0086AD4A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130" y="1413150"/>
            <a:ext cx="6011008" cy="5079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3B29B08-9161-1342-B2BB-0702823419AC}"/>
              </a:ext>
            </a:extLst>
          </p:cNvPr>
          <p:cNvSpPr/>
          <p:nvPr/>
        </p:nvSpPr>
        <p:spPr>
          <a:xfrm>
            <a:off x="8023121" y="3301700"/>
            <a:ext cx="1184988" cy="373224"/>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1FC61F43-9C9A-9A48-AD60-0F080967CC28}"/>
              </a:ext>
            </a:extLst>
          </p:cNvPr>
          <p:cNvSpPr>
            <a:spLocks noGrp="1"/>
          </p:cNvSpPr>
          <p:nvPr>
            <p:ph type="sldNum" sz="quarter" idx="12"/>
          </p:nvPr>
        </p:nvSpPr>
        <p:spPr/>
        <p:txBody>
          <a:bodyPr/>
          <a:lstStyle/>
          <a:p>
            <a:fld id="{73B850FF-6169-4056-8077-06FFA93A5366}" type="slidenum">
              <a:rPr lang="en-US" smtClean="0"/>
              <a:t>4</a:t>
            </a:fld>
            <a:endParaRPr lang="en-US"/>
          </a:p>
        </p:txBody>
      </p:sp>
      <p:sp>
        <p:nvSpPr>
          <p:cNvPr id="7" name="Rectangle 6">
            <a:extLst>
              <a:ext uri="{FF2B5EF4-FFF2-40B4-BE49-F238E27FC236}">
                <a16:creationId xmlns:a16="http://schemas.microsoft.com/office/drawing/2014/main" id="{953F34AE-2D90-A44B-9A39-1B167922257E}"/>
              </a:ext>
            </a:extLst>
          </p:cNvPr>
          <p:cNvSpPr/>
          <p:nvPr/>
        </p:nvSpPr>
        <p:spPr>
          <a:xfrm>
            <a:off x="9313506" y="4986520"/>
            <a:ext cx="1184988" cy="373224"/>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72247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Dataset description</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a:xfrm>
            <a:off x="333633" y="2055812"/>
            <a:ext cx="4789352" cy="4330432"/>
          </a:xfrm>
        </p:spPr>
        <p:txBody>
          <a:bodyPr>
            <a:normAutofit/>
          </a:bodyPr>
          <a:lstStyle/>
          <a:p>
            <a:r>
              <a:rPr lang="en-GB" b="1" dirty="0"/>
              <a:t>Training dataset</a:t>
            </a:r>
          </a:p>
          <a:p>
            <a:pPr lvl="1"/>
            <a:r>
              <a:rPr lang="en-GB" dirty="0"/>
              <a:t>Positive pair, same indices</a:t>
            </a:r>
          </a:p>
          <a:p>
            <a:pPr lvl="1"/>
            <a:r>
              <a:rPr lang="en-GB" dirty="0"/>
              <a:t>3000 proteins, 3000 ligands</a:t>
            </a:r>
          </a:p>
          <a:p>
            <a:pPr marL="457200" lvl="1" indent="0">
              <a:buNone/>
            </a:pPr>
            <a:endParaRPr lang="en-GB" dirty="0"/>
          </a:p>
          <a:p>
            <a:r>
              <a:rPr lang="en-GB" b="1" dirty="0"/>
              <a:t>Testing dataset</a:t>
            </a:r>
          </a:p>
          <a:p>
            <a:pPr lvl="1"/>
            <a:r>
              <a:rPr lang="en-GB" dirty="0"/>
              <a:t>No ground truth</a:t>
            </a:r>
          </a:p>
          <a:p>
            <a:pPr lvl="1"/>
            <a:r>
              <a:rPr lang="en-GB" dirty="0"/>
              <a:t>824 proteins, 824 ligands</a:t>
            </a:r>
          </a:p>
        </p:txBody>
      </p:sp>
      <p:sp>
        <p:nvSpPr>
          <p:cNvPr id="5" name="Rectangle 4">
            <a:extLst>
              <a:ext uri="{FF2B5EF4-FFF2-40B4-BE49-F238E27FC236}">
                <a16:creationId xmlns:a16="http://schemas.microsoft.com/office/drawing/2014/main" id="{E909BB8A-40E8-374D-AB56-1BEC1FE82EF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1" name="Picture 10" descr="Chart, scatter chart&#10;&#10;Description automatically generated">
            <a:extLst>
              <a:ext uri="{FF2B5EF4-FFF2-40B4-BE49-F238E27FC236}">
                <a16:creationId xmlns:a16="http://schemas.microsoft.com/office/drawing/2014/main" id="{3FAFC6E9-0ABC-DE45-A0F4-49324B0E86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64734" y="1869553"/>
            <a:ext cx="3683117" cy="3597438"/>
          </a:xfrm>
          <a:prstGeom prst="rect">
            <a:avLst/>
          </a:prstGeom>
          <a:noFill/>
          <a:ln>
            <a:noFill/>
          </a:ln>
        </p:spPr>
      </p:pic>
      <p:pic>
        <p:nvPicPr>
          <p:cNvPr id="12" name="Picture 7">
            <a:extLst>
              <a:ext uri="{FF2B5EF4-FFF2-40B4-BE49-F238E27FC236}">
                <a16:creationId xmlns:a16="http://schemas.microsoft.com/office/drawing/2014/main" id="{F659D6F5-E7FA-D44C-BFDD-470674955C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5250" y="1875041"/>
            <a:ext cx="3683117" cy="35919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7DD963-9D99-0C48-89BB-26B523922C42}"/>
              </a:ext>
            </a:extLst>
          </p:cNvPr>
          <p:cNvSpPr txBox="1"/>
          <p:nvPr/>
        </p:nvSpPr>
        <p:spPr>
          <a:xfrm>
            <a:off x="5802470" y="5479262"/>
            <a:ext cx="1807647" cy="369332"/>
          </a:xfrm>
          <a:prstGeom prst="rect">
            <a:avLst/>
          </a:prstGeom>
          <a:noFill/>
        </p:spPr>
        <p:txBody>
          <a:bodyPr wrap="square" rtlCol="0">
            <a:spAutoFit/>
          </a:bodyPr>
          <a:lstStyle/>
          <a:p>
            <a:r>
              <a:rPr lang="en-GB" dirty="0"/>
              <a:t>Positive sample</a:t>
            </a:r>
          </a:p>
        </p:txBody>
      </p:sp>
      <p:sp>
        <p:nvSpPr>
          <p:cNvPr id="10" name="TextBox 9">
            <a:extLst>
              <a:ext uri="{FF2B5EF4-FFF2-40B4-BE49-F238E27FC236}">
                <a16:creationId xmlns:a16="http://schemas.microsoft.com/office/drawing/2014/main" id="{E0F8B8F6-F9AC-B843-9DA0-ED972F4EE654}"/>
              </a:ext>
            </a:extLst>
          </p:cNvPr>
          <p:cNvSpPr txBox="1"/>
          <p:nvPr/>
        </p:nvSpPr>
        <p:spPr>
          <a:xfrm>
            <a:off x="9441749" y="5491533"/>
            <a:ext cx="1912051" cy="369332"/>
          </a:xfrm>
          <a:prstGeom prst="rect">
            <a:avLst/>
          </a:prstGeom>
          <a:noFill/>
        </p:spPr>
        <p:txBody>
          <a:bodyPr wrap="square" rtlCol="0">
            <a:spAutoFit/>
          </a:bodyPr>
          <a:lstStyle/>
          <a:p>
            <a:r>
              <a:rPr lang="en-GB" dirty="0"/>
              <a:t>Negative sample</a:t>
            </a:r>
          </a:p>
        </p:txBody>
      </p:sp>
      <p:sp>
        <p:nvSpPr>
          <p:cNvPr id="7" name="Slide Number Placeholder 6">
            <a:extLst>
              <a:ext uri="{FF2B5EF4-FFF2-40B4-BE49-F238E27FC236}">
                <a16:creationId xmlns:a16="http://schemas.microsoft.com/office/drawing/2014/main" id="{A46036CE-9422-254C-BBF7-0ABC46EEC7C3}"/>
              </a:ext>
            </a:extLst>
          </p:cNvPr>
          <p:cNvSpPr>
            <a:spLocks noGrp="1"/>
          </p:cNvSpPr>
          <p:nvPr>
            <p:ph type="sldNum" sz="quarter" idx="12"/>
          </p:nvPr>
        </p:nvSpPr>
        <p:spPr/>
        <p:txBody>
          <a:bodyPr/>
          <a:lstStyle/>
          <a:p>
            <a:fld id="{73B850FF-6169-4056-8077-06FFA93A5366}" type="slidenum">
              <a:rPr lang="en-US" smtClean="0"/>
              <a:t>5</a:t>
            </a:fld>
            <a:endParaRPr lang="en-US"/>
          </a:p>
        </p:txBody>
      </p:sp>
    </p:spTree>
    <p:extLst>
      <p:ext uri="{BB962C8B-B14F-4D97-AF65-F5344CB8AC3E}">
        <p14:creationId xmlns:p14="http://schemas.microsoft.com/office/powerpoint/2010/main" val="3686397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Data pre-processing</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a:xfrm>
            <a:off x="838200" y="1825625"/>
            <a:ext cx="10515600" cy="2610451"/>
          </a:xfrm>
        </p:spPr>
        <p:txBody>
          <a:bodyPr>
            <a:normAutofit/>
          </a:bodyPr>
          <a:lstStyle/>
          <a:p>
            <a:r>
              <a:rPr lang="en-GB" b="1" dirty="0"/>
              <a:t>Voxelization</a:t>
            </a:r>
          </a:p>
          <a:p>
            <a:pPr lvl="1"/>
            <a:r>
              <a:rPr lang="en-GB" dirty="0"/>
              <a:t>Protein + ligand of different sizes</a:t>
            </a:r>
          </a:p>
          <a:p>
            <a:pPr marL="914400" lvl="2" indent="0">
              <a:buNone/>
            </a:pPr>
            <a:r>
              <a:rPr lang="en-GB" dirty="0"/>
              <a:t>&gt; cube size 256 &gt; centre &gt; 8x rescale &gt; an image with fixed size &gt; stacking</a:t>
            </a:r>
          </a:p>
          <a:p>
            <a:pPr lvl="1"/>
            <a:r>
              <a:rPr lang="en-GB" dirty="0"/>
              <a:t>Thus, a 3D image classification problem</a:t>
            </a:r>
          </a:p>
          <a:p>
            <a:pPr marL="914400" lvl="2" indent="0">
              <a:buNone/>
            </a:pPr>
            <a:r>
              <a:rPr lang="en-GB" dirty="0"/>
              <a:t>2 channels: hydrophobic vs. polar</a:t>
            </a:r>
          </a:p>
          <a:p>
            <a:pPr marL="0" indent="0">
              <a:buNone/>
            </a:pPr>
            <a:endParaRPr lang="en-GB" dirty="0"/>
          </a:p>
        </p:txBody>
      </p:sp>
      <p:sp>
        <p:nvSpPr>
          <p:cNvPr id="5" name="Rectangle 4">
            <a:extLst>
              <a:ext uri="{FF2B5EF4-FFF2-40B4-BE49-F238E27FC236}">
                <a16:creationId xmlns:a16="http://schemas.microsoft.com/office/drawing/2014/main" id="{E909BB8A-40E8-374D-AB56-1BEC1FE82EF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2051" name="Picture 5" descr="Fig 1">
            <a:extLst>
              <a:ext uri="{FF2B5EF4-FFF2-40B4-BE49-F238E27FC236}">
                <a16:creationId xmlns:a16="http://schemas.microsoft.com/office/drawing/2014/main" id="{CAEB9E1F-5ACE-7B49-AA6A-E6D44C2C7482}"/>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255037" y="4604672"/>
            <a:ext cx="9681925" cy="13524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6044E2E-0B18-8F46-957C-202C63338DDC}"/>
              </a:ext>
            </a:extLst>
          </p:cNvPr>
          <p:cNvSpPr txBox="1"/>
          <p:nvPr/>
        </p:nvSpPr>
        <p:spPr>
          <a:xfrm>
            <a:off x="3209632" y="6125732"/>
            <a:ext cx="5772734" cy="369332"/>
          </a:xfrm>
          <a:prstGeom prst="rect">
            <a:avLst/>
          </a:prstGeom>
          <a:noFill/>
        </p:spPr>
        <p:txBody>
          <a:bodyPr wrap="none" rtlCol="0">
            <a:spAutoFit/>
          </a:bodyPr>
          <a:lstStyle/>
          <a:p>
            <a:r>
              <a:rPr lang="en-GB" dirty="0"/>
              <a:t>Illustration of voxelization. Taken from Pu et al., 2019</a:t>
            </a:r>
            <a:r>
              <a:rPr lang="en-SG" dirty="0">
                <a:effectLst/>
              </a:rPr>
              <a:t> </a:t>
            </a:r>
            <a:endParaRPr lang="en-GB" dirty="0"/>
          </a:p>
        </p:txBody>
      </p:sp>
      <p:sp>
        <p:nvSpPr>
          <p:cNvPr id="7" name="Slide Number Placeholder 6">
            <a:extLst>
              <a:ext uri="{FF2B5EF4-FFF2-40B4-BE49-F238E27FC236}">
                <a16:creationId xmlns:a16="http://schemas.microsoft.com/office/drawing/2014/main" id="{C3FF4C2C-9B44-8943-8DAD-3EC882C0AF2A}"/>
              </a:ext>
            </a:extLst>
          </p:cNvPr>
          <p:cNvSpPr>
            <a:spLocks noGrp="1"/>
          </p:cNvSpPr>
          <p:nvPr>
            <p:ph type="sldNum" sz="quarter" idx="12"/>
          </p:nvPr>
        </p:nvSpPr>
        <p:spPr/>
        <p:txBody>
          <a:bodyPr/>
          <a:lstStyle/>
          <a:p>
            <a:fld id="{73B850FF-6169-4056-8077-06FFA93A5366}" type="slidenum">
              <a:rPr lang="en-US" smtClean="0"/>
              <a:t>6</a:t>
            </a:fld>
            <a:endParaRPr lang="en-US"/>
          </a:p>
        </p:txBody>
      </p:sp>
    </p:spTree>
    <p:extLst>
      <p:ext uri="{BB962C8B-B14F-4D97-AF65-F5344CB8AC3E}">
        <p14:creationId xmlns:p14="http://schemas.microsoft.com/office/powerpoint/2010/main" val="1995917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Data pre-processing</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a:xfrm>
            <a:off x="496295" y="2055812"/>
            <a:ext cx="4416364" cy="4330432"/>
          </a:xfrm>
        </p:spPr>
        <p:txBody>
          <a:bodyPr>
            <a:normAutofit/>
          </a:bodyPr>
          <a:lstStyle/>
          <a:p>
            <a:r>
              <a:rPr lang="en-GB" dirty="0"/>
              <a:t>Sample constructed from training data</a:t>
            </a:r>
            <a:endParaRPr lang="en-GB" b="1" dirty="0"/>
          </a:p>
          <a:p>
            <a:pPr lvl="1"/>
            <a:r>
              <a:rPr lang="en-GB" dirty="0"/>
              <a:t>positive : negative = 1:1 </a:t>
            </a:r>
          </a:p>
          <a:p>
            <a:pPr lvl="1"/>
            <a:r>
              <a:rPr lang="en-GB" dirty="0"/>
              <a:t>train/test split (2:1)</a:t>
            </a:r>
          </a:p>
          <a:p>
            <a:endParaRPr lang="en-GB" dirty="0"/>
          </a:p>
          <a:p>
            <a:r>
              <a:rPr lang="en-GB" dirty="0"/>
              <a:t>Predictions on testing data to select top 10 candidates</a:t>
            </a:r>
          </a:p>
        </p:txBody>
      </p:sp>
      <p:sp>
        <p:nvSpPr>
          <p:cNvPr id="5" name="Rectangle 4">
            <a:extLst>
              <a:ext uri="{FF2B5EF4-FFF2-40B4-BE49-F238E27FC236}">
                <a16:creationId xmlns:a16="http://schemas.microsoft.com/office/drawing/2014/main" id="{E909BB8A-40E8-374D-AB56-1BEC1FE82EF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1" name="Picture 10" descr="Chart, scatter chart&#10;&#10;Description automatically generated">
            <a:extLst>
              <a:ext uri="{FF2B5EF4-FFF2-40B4-BE49-F238E27FC236}">
                <a16:creationId xmlns:a16="http://schemas.microsoft.com/office/drawing/2014/main" id="{3FAFC6E9-0ABC-DE45-A0F4-49324B0E86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03854" y="1869553"/>
            <a:ext cx="3683117" cy="3597438"/>
          </a:xfrm>
          <a:prstGeom prst="rect">
            <a:avLst/>
          </a:prstGeom>
          <a:noFill/>
          <a:ln>
            <a:noFill/>
          </a:ln>
        </p:spPr>
      </p:pic>
      <p:pic>
        <p:nvPicPr>
          <p:cNvPr id="12" name="Picture 7">
            <a:extLst>
              <a:ext uri="{FF2B5EF4-FFF2-40B4-BE49-F238E27FC236}">
                <a16:creationId xmlns:a16="http://schemas.microsoft.com/office/drawing/2014/main" id="{F659D6F5-E7FA-D44C-BFDD-470674955C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5250" y="1875041"/>
            <a:ext cx="3683117" cy="35919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7DD963-9D99-0C48-89BB-26B523922C42}"/>
              </a:ext>
            </a:extLst>
          </p:cNvPr>
          <p:cNvSpPr txBox="1"/>
          <p:nvPr/>
        </p:nvSpPr>
        <p:spPr>
          <a:xfrm>
            <a:off x="5692904" y="5479262"/>
            <a:ext cx="1807647" cy="369332"/>
          </a:xfrm>
          <a:prstGeom prst="rect">
            <a:avLst/>
          </a:prstGeom>
          <a:noFill/>
        </p:spPr>
        <p:txBody>
          <a:bodyPr wrap="square" rtlCol="0">
            <a:spAutoFit/>
          </a:bodyPr>
          <a:lstStyle/>
          <a:p>
            <a:r>
              <a:rPr lang="en-GB" dirty="0"/>
              <a:t>Positive sample</a:t>
            </a:r>
          </a:p>
        </p:txBody>
      </p:sp>
      <p:sp>
        <p:nvSpPr>
          <p:cNvPr id="10" name="TextBox 9">
            <a:extLst>
              <a:ext uri="{FF2B5EF4-FFF2-40B4-BE49-F238E27FC236}">
                <a16:creationId xmlns:a16="http://schemas.microsoft.com/office/drawing/2014/main" id="{E0F8B8F6-F9AC-B843-9DA0-ED972F4EE654}"/>
              </a:ext>
            </a:extLst>
          </p:cNvPr>
          <p:cNvSpPr txBox="1"/>
          <p:nvPr/>
        </p:nvSpPr>
        <p:spPr>
          <a:xfrm>
            <a:off x="9441749" y="5491533"/>
            <a:ext cx="1912051" cy="369332"/>
          </a:xfrm>
          <a:prstGeom prst="rect">
            <a:avLst/>
          </a:prstGeom>
          <a:noFill/>
        </p:spPr>
        <p:txBody>
          <a:bodyPr wrap="square" rtlCol="0">
            <a:spAutoFit/>
          </a:bodyPr>
          <a:lstStyle/>
          <a:p>
            <a:r>
              <a:rPr lang="en-GB" dirty="0"/>
              <a:t>Negative sample</a:t>
            </a:r>
          </a:p>
        </p:txBody>
      </p:sp>
      <p:sp>
        <p:nvSpPr>
          <p:cNvPr id="6" name="Slide Number Placeholder 5">
            <a:extLst>
              <a:ext uri="{FF2B5EF4-FFF2-40B4-BE49-F238E27FC236}">
                <a16:creationId xmlns:a16="http://schemas.microsoft.com/office/drawing/2014/main" id="{9251362D-05D4-AE4E-93EE-BDF7F4E7C688}"/>
              </a:ext>
            </a:extLst>
          </p:cNvPr>
          <p:cNvSpPr>
            <a:spLocks noGrp="1"/>
          </p:cNvSpPr>
          <p:nvPr>
            <p:ph type="sldNum" sz="quarter" idx="12"/>
          </p:nvPr>
        </p:nvSpPr>
        <p:spPr/>
        <p:txBody>
          <a:bodyPr/>
          <a:lstStyle/>
          <a:p>
            <a:fld id="{73B850FF-6169-4056-8077-06FFA93A5366}" type="slidenum">
              <a:rPr lang="en-US" smtClean="0"/>
              <a:t>7</a:t>
            </a:fld>
            <a:endParaRPr lang="en-US"/>
          </a:p>
        </p:txBody>
      </p:sp>
    </p:spTree>
    <p:extLst>
      <p:ext uri="{BB962C8B-B14F-4D97-AF65-F5344CB8AC3E}">
        <p14:creationId xmlns:p14="http://schemas.microsoft.com/office/powerpoint/2010/main" val="2763260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Model description</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p:txBody>
          <a:bodyPr/>
          <a:lstStyle/>
          <a:p>
            <a:r>
              <a:rPr lang="en-US" dirty="0"/>
              <a:t>3D max pooling for downscaling &amp; removing Invariances</a:t>
            </a:r>
          </a:p>
        </p:txBody>
      </p:sp>
      <p:pic>
        <p:nvPicPr>
          <p:cNvPr id="1026" name="Picture 2">
            <a:extLst>
              <a:ext uri="{FF2B5EF4-FFF2-40B4-BE49-F238E27FC236}">
                <a16:creationId xmlns:a16="http://schemas.microsoft.com/office/drawing/2014/main" id="{F08787EF-AD22-B641-A4A6-89B7CD23C9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022"/>
          <a:stretch/>
        </p:blipFill>
        <p:spPr bwMode="auto">
          <a:xfrm>
            <a:off x="0" y="3213717"/>
            <a:ext cx="5360449" cy="28811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1DEB1F3-DE24-404D-9C2A-BE127F17B21D}"/>
              </a:ext>
            </a:extLst>
          </p:cNvPr>
          <p:cNvSpPr txBox="1"/>
          <p:nvPr/>
        </p:nvSpPr>
        <p:spPr>
          <a:xfrm>
            <a:off x="838200" y="6359197"/>
            <a:ext cx="10171374" cy="369332"/>
          </a:xfrm>
          <a:prstGeom prst="rect">
            <a:avLst/>
          </a:prstGeom>
          <a:solidFill>
            <a:schemeClr val="bg1">
              <a:tint val="95000"/>
              <a:satMod val="170000"/>
            </a:schemeClr>
          </a:solidFill>
        </p:spPr>
        <p:txBody>
          <a:bodyPr wrap="none" rtlCol="0">
            <a:spAutoFit/>
          </a:bodyPr>
          <a:lstStyle/>
          <a:p>
            <a:r>
              <a:rPr lang="en-GB" dirty="0"/>
              <a:t>Ref: https://</a:t>
            </a:r>
            <a:r>
              <a:rPr lang="en-GB" dirty="0" err="1"/>
              <a:t>dev.to</a:t>
            </a:r>
            <a:r>
              <a:rPr lang="en-GB" dirty="0"/>
              <a:t>/</a:t>
            </a:r>
            <a:r>
              <a:rPr lang="en-GB" dirty="0" err="1"/>
              <a:t>sandeepbalachandran</a:t>
            </a:r>
            <a:r>
              <a:rPr lang="en-GB" dirty="0"/>
              <a:t>/machine-learning-max-pooling-with-color-images-2i21</a:t>
            </a:r>
          </a:p>
        </p:txBody>
      </p:sp>
      <p:pic>
        <p:nvPicPr>
          <p:cNvPr id="1028" name="Picture 4" descr="details">
            <a:extLst>
              <a:ext uri="{FF2B5EF4-FFF2-40B4-BE49-F238E27FC236}">
                <a16:creationId xmlns:a16="http://schemas.microsoft.com/office/drawing/2014/main" id="{04A71C3F-F58D-B04F-9025-C2792906A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6653" y="2584304"/>
            <a:ext cx="6021979" cy="359265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Graphical user interface, text, application&#10;&#10;Description automatically generated">
            <a:extLst>
              <a:ext uri="{FF2B5EF4-FFF2-40B4-BE49-F238E27FC236}">
                <a16:creationId xmlns:a16="http://schemas.microsoft.com/office/drawing/2014/main" id="{B33FB158-1776-A34C-9419-27520CE315E0}"/>
              </a:ext>
            </a:extLst>
          </p:cNvPr>
          <p:cNvPicPr>
            <a:picLocks noChangeAspect="1"/>
          </p:cNvPicPr>
          <p:nvPr/>
        </p:nvPicPr>
        <p:blipFill rotWithShape="1">
          <a:blip r:embed="rId5"/>
          <a:srcRect t="1988" r="36840"/>
          <a:stretch/>
        </p:blipFill>
        <p:spPr>
          <a:xfrm>
            <a:off x="8043662" y="2663751"/>
            <a:ext cx="3591482" cy="3433763"/>
          </a:xfrm>
          <a:prstGeom prst="rect">
            <a:avLst/>
          </a:prstGeom>
          <a:effectLst>
            <a:outerShdw blurRad="50800" dist="38100" dir="5400000" algn="t" rotWithShape="0">
              <a:prstClr val="black">
                <a:alpha val="40000"/>
              </a:prstClr>
            </a:outerShdw>
          </a:effectLst>
        </p:spPr>
      </p:pic>
      <p:sp>
        <p:nvSpPr>
          <p:cNvPr id="9" name="Slide Number Placeholder 8">
            <a:extLst>
              <a:ext uri="{FF2B5EF4-FFF2-40B4-BE49-F238E27FC236}">
                <a16:creationId xmlns:a16="http://schemas.microsoft.com/office/drawing/2014/main" id="{06069F9F-2817-3B49-8765-0AB5DDB645DB}"/>
              </a:ext>
            </a:extLst>
          </p:cNvPr>
          <p:cNvSpPr>
            <a:spLocks noGrp="1"/>
          </p:cNvSpPr>
          <p:nvPr>
            <p:ph type="sldNum" sz="quarter" idx="12"/>
          </p:nvPr>
        </p:nvSpPr>
        <p:spPr/>
        <p:txBody>
          <a:bodyPr/>
          <a:lstStyle/>
          <a:p>
            <a:fld id="{73B850FF-6169-4056-8077-06FFA93A5366}" type="slidenum">
              <a:rPr lang="en-US" smtClean="0"/>
              <a:t>8</a:t>
            </a:fld>
            <a:endParaRPr lang="en-US"/>
          </a:p>
        </p:txBody>
      </p:sp>
    </p:spTree>
    <p:extLst>
      <p:ext uri="{BB962C8B-B14F-4D97-AF65-F5344CB8AC3E}">
        <p14:creationId xmlns:p14="http://schemas.microsoft.com/office/powerpoint/2010/main" val="552474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Model description</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p:txBody>
          <a:bodyPr/>
          <a:lstStyle/>
          <a:p>
            <a:r>
              <a:rPr lang="en-GB" dirty="0"/>
              <a:t>3D convolutional neural network </a:t>
            </a:r>
            <a:r>
              <a:rPr lang="en-US" dirty="0"/>
              <a:t>(CNN)</a:t>
            </a:r>
          </a:p>
          <a:p>
            <a:pPr lvl="1"/>
            <a:r>
              <a:rPr lang="en-US" dirty="0"/>
              <a:t>Adam + 50 epochs + binary cross entropy &gt; 92%</a:t>
            </a:r>
            <a:endParaRPr lang="en-GB" dirty="0"/>
          </a:p>
        </p:txBody>
      </p:sp>
      <p:pic>
        <p:nvPicPr>
          <p:cNvPr id="4" name="Picture 3" descr="Diagram&#10;&#10;Description automatically generated">
            <a:extLst>
              <a:ext uri="{FF2B5EF4-FFF2-40B4-BE49-F238E27FC236}">
                <a16:creationId xmlns:a16="http://schemas.microsoft.com/office/drawing/2014/main" id="{D40AE1E2-11D1-AC47-B35F-B32B61DC249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92112" y="542540"/>
            <a:ext cx="2253291" cy="5772919"/>
          </a:xfrm>
          <a:prstGeom prst="rect">
            <a:avLst/>
          </a:prstGeom>
          <a:noFill/>
          <a:ln>
            <a:noFill/>
          </a:ln>
        </p:spPr>
      </p:pic>
      <p:pic>
        <p:nvPicPr>
          <p:cNvPr id="10" name="Picture 9" descr="Chart, line chart&#10;&#10;Description automatically generated">
            <a:extLst>
              <a:ext uri="{FF2B5EF4-FFF2-40B4-BE49-F238E27FC236}">
                <a16:creationId xmlns:a16="http://schemas.microsoft.com/office/drawing/2014/main" id="{A5EA0812-97A8-F948-8D65-0502936203D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9859" y="3017807"/>
            <a:ext cx="4383925" cy="3159156"/>
          </a:xfrm>
          <a:prstGeom prst="rect">
            <a:avLst/>
          </a:prstGeom>
          <a:noFill/>
          <a:ln>
            <a:noFill/>
          </a:ln>
        </p:spPr>
      </p:pic>
      <p:pic>
        <p:nvPicPr>
          <p:cNvPr id="11" name="Picture 10" descr="Chart&#10;&#10;Description automatically generated with low confidence">
            <a:extLst>
              <a:ext uri="{FF2B5EF4-FFF2-40B4-BE49-F238E27FC236}">
                <a16:creationId xmlns:a16="http://schemas.microsoft.com/office/drawing/2014/main" id="{E0D5D7FD-DCD2-5049-AC1F-5019BDAB2B6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33784" y="3017807"/>
            <a:ext cx="4466725" cy="3163028"/>
          </a:xfrm>
          <a:prstGeom prst="rect">
            <a:avLst/>
          </a:prstGeom>
          <a:noFill/>
          <a:ln>
            <a:noFill/>
          </a:ln>
        </p:spPr>
      </p:pic>
      <p:sp>
        <p:nvSpPr>
          <p:cNvPr id="5" name="TextBox 4">
            <a:extLst>
              <a:ext uri="{FF2B5EF4-FFF2-40B4-BE49-F238E27FC236}">
                <a16:creationId xmlns:a16="http://schemas.microsoft.com/office/drawing/2014/main" id="{0A0FB22E-0F3A-154D-8FC6-4535EDDDB0E9}"/>
              </a:ext>
            </a:extLst>
          </p:cNvPr>
          <p:cNvSpPr txBox="1"/>
          <p:nvPr/>
        </p:nvSpPr>
        <p:spPr>
          <a:xfrm>
            <a:off x="4029076" y="6308209"/>
            <a:ext cx="2002471" cy="369332"/>
          </a:xfrm>
          <a:prstGeom prst="rect">
            <a:avLst/>
          </a:prstGeom>
          <a:solidFill>
            <a:schemeClr val="bg1">
              <a:tint val="95000"/>
              <a:satMod val="170000"/>
            </a:schemeClr>
          </a:solidFill>
          <a:effectLst>
            <a:outerShdw blurRad="50800" dist="38100" dir="2700000" algn="tl" rotWithShape="0">
              <a:prstClr val="black">
                <a:alpha val="40000"/>
              </a:prstClr>
            </a:outerShdw>
          </a:effectLst>
        </p:spPr>
        <p:txBody>
          <a:bodyPr wrap="none" rtlCol="0">
            <a:spAutoFit/>
          </a:bodyPr>
          <a:lstStyle/>
          <a:p>
            <a:r>
              <a:rPr lang="en-GB" b="1" dirty="0"/>
              <a:t>Overfitting here!</a:t>
            </a:r>
          </a:p>
        </p:txBody>
      </p:sp>
      <p:sp>
        <p:nvSpPr>
          <p:cNvPr id="6" name="Slide Number Placeholder 5">
            <a:extLst>
              <a:ext uri="{FF2B5EF4-FFF2-40B4-BE49-F238E27FC236}">
                <a16:creationId xmlns:a16="http://schemas.microsoft.com/office/drawing/2014/main" id="{ADB0D1B8-9903-A248-8E09-3CD9A71F651E}"/>
              </a:ext>
            </a:extLst>
          </p:cNvPr>
          <p:cNvSpPr>
            <a:spLocks noGrp="1"/>
          </p:cNvSpPr>
          <p:nvPr>
            <p:ph type="sldNum" sz="quarter" idx="12"/>
          </p:nvPr>
        </p:nvSpPr>
        <p:spPr/>
        <p:txBody>
          <a:bodyPr/>
          <a:lstStyle/>
          <a:p>
            <a:fld id="{73B850FF-6169-4056-8077-06FFA93A5366}" type="slidenum">
              <a:rPr lang="en-US" smtClean="0"/>
              <a:t>9</a:t>
            </a:fld>
            <a:endParaRPr lang="en-US"/>
          </a:p>
        </p:txBody>
      </p:sp>
    </p:spTree>
    <p:extLst>
      <p:ext uri="{BB962C8B-B14F-4D97-AF65-F5344CB8AC3E}">
        <p14:creationId xmlns:p14="http://schemas.microsoft.com/office/powerpoint/2010/main" val="2486335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Model evaluation</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p:txBody>
          <a:bodyPr/>
          <a:lstStyle/>
          <a:p>
            <a:r>
              <a:rPr lang="en-GB" dirty="0"/>
              <a:t>Cross-validation on training datasets</a:t>
            </a:r>
          </a:p>
          <a:p>
            <a:r>
              <a:rPr lang="en-GB" dirty="0"/>
              <a:t>Comparison with predictions of a previous model (DeepPL)</a:t>
            </a:r>
          </a:p>
          <a:p>
            <a:endParaRPr lang="en-GB" dirty="0"/>
          </a:p>
        </p:txBody>
      </p:sp>
      <p:pic>
        <p:nvPicPr>
          <p:cNvPr id="5122" name="Picture 2">
            <a:extLst>
              <a:ext uri="{FF2B5EF4-FFF2-40B4-BE49-F238E27FC236}">
                <a16:creationId xmlns:a16="http://schemas.microsoft.com/office/drawing/2014/main" id="{118608E6-21DA-7148-AAA6-A7D13D34F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3742" y="3253808"/>
            <a:ext cx="4771926" cy="3436776"/>
          </a:xfrm>
          <a:prstGeom prst="rect">
            <a:avLst/>
          </a:prstGeom>
          <a:solidFill>
            <a:schemeClr val="bg1">
              <a:tint val="95000"/>
              <a:satMod val="170000"/>
            </a:schemeClr>
          </a:solidFill>
        </p:spPr>
      </p:pic>
      <p:pic>
        <p:nvPicPr>
          <p:cNvPr id="5" name="Picture 4">
            <a:extLst>
              <a:ext uri="{FF2B5EF4-FFF2-40B4-BE49-F238E27FC236}">
                <a16:creationId xmlns:a16="http://schemas.microsoft.com/office/drawing/2014/main" id="{5A23D4D5-FCE8-F541-8F57-5C650313F6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4205" y="3621507"/>
            <a:ext cx="6536725" cy="2387652"/>
          </a:xfrm>
          <a:prstGeom prst="rect">
            <a:avLst/>
          </a:prstGeom>
        </p:spPr>
      </p:pic>
      <p:sp>
        <p:nvSpPr>
          <p:cNvPr id="4" name="TextBox 3">
            <a:extLst>
              <a:ext uri="{FF2B5EF4-FFF2-40B4-BE49-F238E27FC236}">
                <a16:creationId xmlns:a16="http://schemas.microsoft.com/office/drawing/2014/main" id="{83547817-1474-AF43-A85B-94AEE7E79684}"/>
              </a:ext>
            </a:extLst>
          </p:cNvPr>
          <p:cNvSpPr txBox="1"/>
          <p:nvPr/>
        </p:nvSpPr>
        <p:spPr>
          <a:xfrm>
            <a:off x="2224216" y="6064441"/>
            <a:ext cx="2060179" cy="369332"/>
          </a:xfrm>
          <a:prstGeom prst="rect">
            <a:avLst/>
          </a:prstGeom>
          <a:noFill/>
        </p:spPr>
        <p:txBody>
          <a:bodyPr wrap="none" rtlCol="0">
            <a:spAutoFit/>
          </a:bodyPr>
          <a:lstStyle/>
          <a:p>
            <a:r>
              <a:rPr lang="en-US" dirty="0"/>
              <a:t>best accuracy 94%</a:t>
            </a:r>
            <a:endParaRPr lang="en-GB" dirty="0"/>
          </a:p>
        </p:txBody>
      </p:sp>
      <p:sp>
        <p:nvSpPr>
          <p:cNvPr id="6" name="Slide Number Placeholder 5">
            <a:extLst>
              <a:ext uri="{FF2B5EF4-FFF2-40B4-BE49-F238E27FC236}">
                <a16:creationId xmlns:a16="http://schemas.microsoft.com/office/drawing/2014/main" id="{43BCC3C5-5943-D54D-9004-A3E0BDA924AD}"/>
              </a:ext>
            </a:extLst>
          </p:cNvPr>
          <p:cNvSpPr>
            <a:spLocks noGrp="1"/>
          </p:cNvSpPr>
          <p:nvPr>
            <p:ph type="sldNum" sz="quarter" idx="12"/>
          </p:nvPr>
        </p:nvSpPr>
        <p:spPr/>
        <p:txBody>
          <a:bodyPr/>
          <a:lstStyle/>
          <a:p>
            <a:fld id="{73B850FF-6169-4056-8077-06FFA93A5366}" type="slidenum">
              <a:rPr lang="en-US" smtClean="0"/>
              <a:t>10</a:t>
            </a:fld>
            <a:endParaRPr lang="en-US"/>
          </a:p>
        </p:txBody>
      </p:sp>
    </p:spTree>
    <p:extLst>
      <p:ext uri="{BB962C8B-B14F-4D97-AF65-F5344CB8AC3E}">
        <p14:creationId xmlns:p14="http://schemas.microsoft.com/office/powerpoint/2010/main" val="1540902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Conclusions </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a:xfrm>
            <a:off x="838200" y="1825625"/>
            <a:ext cx="7625359" cy="4351338"/>
          </a:xfrm>
        </p:spPr>
        <p:txBody>
          <a:bodyPr/>
          <a:lstStyle/>
          <a:p>
            <a:r>
              <a:rPr lang="en-GB" dirty="0"/>
              <a:t>Prediction results mostly consistent with earlier model predictions, despite some inconsistencies</a:t>
            </a:r>
          </a:p>
          <a:p>
            <a:endParaRPr lang="en-GB" dirty="0"/>
          </a:p>
        </p:txBody>
      </p:sp>
      <p:pic>
        <p:nvPicPr>
          <p:cNvPr id="6" name="Picture 5">
            <a:extLst>
              <a:ext uri="{FF2B5EF4-FFF2-40B4-BE49-F238E27FC236}">
                <a16:creationId xmlns:a16="http://schemas.microsoft.com/office/drawing/2014/main" id="{B0FC1972-F420-2E4F-A654-B8F1AB37AF28}"/>
              </a:ext>
            </a:extLst>
          </p:cNvPr>
          <p:cNvPicPr>
            <a:picLocks noChangeAspect="1"/>
          </p:cNvPicPr>
          <p:nvPr/>
        </p:nvPicPr>
        <p:blipFill rotWithShape="1">
          <a:blip r:embed="rId3"/>
          <a:srcRect r="1750"/>
          <a:stretch/>
        </p:blipFill>
        <p:spPr>
          <a:xfrm>
            <a:off x="127844" y="3964558"/>
            <a:ext cx="5863714" cy="2028275"/>
          </a:xfrm>
          <a:prstGeom prst="rect">
            <a:avLst/>
          </a:prstGeom>
          <a:effectLst>
            <a:outerShdw blurRad="50800" dist="38100" dir="5400000" algn="t" rotWithShape="0">
              <a:prstClr val="black">
                <a:alpha val="40000"/>
              </a:prstClr>
            </a:outerShdw>
          </a:effectLst>
        </p:spPr>
      </p:pic>
      <p:pic>
        <p:nvPicPr>
          <p:cNvPr id="9" name="Picture 8" descr="Table&#10;&#10;Description automatically generated">
            <a:extLst>
              <a:ext uri="{FF2B5EF4-FFF2-40B4-BE49-F238E27FC236}">
                <a16:creationId xmlns:a16="http://schemas.microsoft.com/office/drawing/2014/main" id="{8AF928C6-4652-EA4D-A9CE-AC2117D63B0C}"/>
              </a:ext>
            </a:extLst>
          </p:cNvPr>
          <p:cNvPicPr>
            <a:picLocks noChangeAspect="1"/>
          </p:cNvPicPr>
          <p:nvPr/>
        </p:nvPicPr>
        <p:blipFill>
          <a:blip r:embed="rId4"/>
          <a:stretch>
            <a:fillRect/>
          </a:stretch>
        </p:blipFill>
        <p:spPr>
          <a:xfrm>
            <a:off x="6096000" y="3964559"/>
            <a:ext cx="6002598" cy="2028275"/>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3F8812B0-B1A6-CD45-8D0A-6E6FB3F582F8}"/>
              </a:ext>
            </a:extLst>
          </p:cNvPr>
          <p:cNvSpPr/>
          <p:nvPr/>
        </p:nvSpPr>
        <p:spPr>
          <a:xfrm>
            <a:off x="742950" y="4190656"/>
            <a:ext cx="182880"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D839DC84-6D86-9449-BC5A-B945A10199AD}"/>
              </a:ext>
            </a:extLst>
          </p:cNvPr>
          <p:cNvSpPr/>
          <p:nvPr/>
        </p:nvSpPr>
        <p:spPr>
          <a:xfrm>
            <a:off x="8815634" y="4148879"/>
            <a:ext cx="182880"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DA7D4529-2F8A-FF45-BDD1-1C6715F6EEB3}"/>
              </a:ext>
            </a:extLst>
          </p:cNvPr>
          <p:cNvSpPr/>
          <p:nvPr/>
        </p:nvSpPr>
        <p:spPr>
          <a:xfrm>
            <a:off x="1297916" y="4373880"/>
            <a:ext cx="182880"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B764E10D-27A6-3248-8734-C16DC4B1FF88}"/>
              </a:ext>
            </a:extLst>
          </p:cNvPr>
          <p:cNvSpPr/>
          <p:nvPr/>
        </p:nvSpPr>
        <p:spPr>
          <a:xfrm>
            <a:off x="10401659" y="4333336"/>
            <a:ext cx="233516"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2F7A88A-4E7F-5744-B7BB-03B11EF27A19}"/>
              </a:ext>
            </a:extLst>
          </p:cNvPr>
          <p:cNvSpPr txBox="1"/>
          <p:nvPr/>
        </p:nvSpPr>
        <p:spPr>
          <a:xfrm>
            <a:off x="2255758" y="3595226"/>
            <a:ext cx="2286203" cy="369332"/>
          </a:xfrm>
          <a:prstGeom prst="rect">
            <a:avLst/>
          </a:prstGeom>
          <a:noFill/>
        </p:spPr>
        <p:txBody>
          <a:bodyPr wrap="none" rtlCol="0">
            <a:spAutoFit/>
          </a:bodyPr>
          <a:lstStyle/>
          <a:p>
            <a:r>
              <a:rPr lang="en-GB" b="1" dirty="0"/>
              <a:t>DeepPL predictions</a:t>
            </a:r>
          </a:p>
        </p:txBody>
      </p:sp>
      <p:sp>
        <p:nvSpPr>
          <p:cNvPr id="16" name="TextBox 15">
            <a:extLst>
              <a:ext uri="{FF2B5EF4-FFF2-40B4-BE49-F238E27FC236}">
                <a16:creationId xmlns:a16="http://schemas.microsoft.com/office/drawing/2014/main" id="{EB948690-1533-A54B-8A01-0345FF340E3F}"/>
              </a:ext>
            </a:extLst>
          </p:cNvPr>
          <p:cNvSpPr txBox="1"/>
          <p:nvPr/>
        </p:nvSpPr>
        <p:spPr>
          <a:xfrm>
            <a:off x="8018317" y="3527759"/>
            <a:ext cx="2316660" cy="369332"/>
          </a:xfrm>
          <a:prstGeom prst="rect">
            <a:avLst/>
          </a:prstGeom>
          <a:noFill/>
        </p:spPr>
        <p:txBody>
          <a:bodyPr wrap="none" rtlCol="0">
            <a:spAutoFit/>
          </a:bodyPr>
          <a:lstStyle/>
          <a:p>
            <a:r>
              <a:rPr lang="en-GB" b="1" dirty="0"/>
              <a:t>3DConv predictions</a:t>
            </a:r>
          </a:p>
        </p:txBody>
      </p:sp>
      <p:sp>
        <p:nvSpPr>
          <p:cNvPr id="17" name="Rectangle 16">
            <a:extLst>
              <a:ext uri="{FF2B5EF4-FFF2-40B4-BE49-F238E27FC236}">
                <a16:creationId xmlns:a16="http://schemas.microsoft.com/office/drawing/2014/main" id="{F3554BCB-05FA-5F42-9055-5A7DE9DA1D61}"/>
              </a:ext>
            </a:extLst>
          </p:cNvPr>
          <p:cNvSpPr/>
          <p:nvPr/>
        </p:nvSpPr>
        <p:spPr>
          <a:xfrm>
            <a:off x="3811984" y="4533553"/>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B12AF1AB-7CF4-F745-8E72-43A01652E2F1}"/>
              </a:ext>
            </a:extLst>
          </p:cNvPr>
          <p:cNvSpPr/>
          <p:nvPr/>
        </p:nvSpPr>
        <p:spPr>
          <a:xfrm>
            <a:off x="6677738" y="4516560"/>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643AC264-EE67-4E42-933B-3262ECDAF385}"/>
              </a:ext>
            </a:extLst>
          </p:cNvPr>
          <p:cNvSpPr/>
          <p:nvPr/>
        </p:nvSpPr>
        <p:spPr>
          <a:xfrm>
            <a:off x="597877" y="4709721"/>
            <a:ext cx="11148646" cy="1743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D683EBFA-3F48-7844-AEA6-D3D1EC2F1724}"/>
              </a:ext>
            </a:extLst>
          </p:cNvPr>
          <p:cNvSpPr/>
          <p:nvPr/>
        </p:nvSpPr>
        <p:spPr>
          <a:xfrm>
            <a:off x="3781132" y="4880375"/>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38D5138-C305-EA4E-8E55-2ED825C65A98}"/>
              </a:ext>
            </a:extLst>
          </p:cNvPr>
          <p:cNvSpPr/>
          <p:nvPr/>
        </p:nvSpPr>
        <p:spPr>
          <a:xfrm>
            <a:off x="7710425" y="4884104"/>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610F98FB-E4C8-FB4F-BD23-73FF9CCD1992}"/>
              </a:ext>
            </a:extLst>
          </p:cNvPr>
          <p:cNvSpPr/>
          <p:nvPr/>
        </p:nvSpPr>
        <p:spPr>
          <a:xfrm>
            <a:off x="3286939" y="5070493"/>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3ECE1E66-E080-4C46-A158-AB96A2222A2B}"/>
              </a:ext>
            </a:extLst>
          </p:cNvPr>
          <p:cNvSpPr/>
          <p:nvPr/>
        </p:nvSpPr>
        <p:spPr>
          <a:xfrm>
            <a:off x="705664" y="5070493"/>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D4C5BE1-BE6A-A840-B04D-1D9D27E6A48A}"/>
              </a:ext>
            </a:extLst>
          </p:cNvPr>
          <p:cNvSpPr/>
          <p:nvPr/>
        </p:nvSpPr>
        <p:spPr>
          <a:xfrm>
            <a:off x="6673820" y="5070493"/>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8C42CE2-8390-D345-9949-263F1C496F72}"/>
              </a:ext>
            </a:extLst>
          </p:cNvPr>
          <p:cNvSpPr/>
          <p:nvPr/>
        </p:nvSpPr>
        <p:spPr>
          <a:xfrm>
            <a:off x="8766734" y="5070493"/>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52D16FAB-804B-B144-9FDC-ABB36E5871C1}"/>
              </a:ext>
            </a:extLst>
          </p:cNvPr>
          <p:cNvSpPr/>
          <p:nvPr/>
        </p:nvSpPr>
        <p:spPr>
          <a:xfrm>
            <a:off x="4869722" y="5261722"/>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05EC3FEF-D5B2-A740-A67B-E963FBF6814C}"/>
              </a:ext>
            </a:extLst>
          </p:cNvPr>
          <p:cNvSpPr/>
          <p:nvPr/>
        </p:nvSpPr>
        <p:spPr>
          <a:xfrm>
            <a:off x="10369561" y="5253717"/>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88FA3FA6-E6BE-7848-856F-E91534CAC9BE}"/>
              </a:ext>
            </a:extLst>
          </p:cNvPr>
          <p:cNvSpPr/>
          <p:nvPr/>
        </p:nvSpPr>
        <p:spPr>
          <a:xfrm>
            <a:off x="2801888" y="5432931"/>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49C3657F-0680-D742-BB9D-9736CF81699A}"/>
              </a:ext>
            </a:extLst>
          </p:cNvPr>
          <p:cNvSpPr/>
          <p:nvPr/>
        </p:nvSpPr>
        <p:spPr>
          <a:xfrm>
            <a:off x="11428487" y="5432931"/>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517E22BC-4D40-6D4A-A504-0D012799511F}"/>
              </a:ext>
            </a:extLst>
          </p:cNvPr>
          <p:cNvSpPr/>
          <p:nvPr/>
        </p:nvSpPr>
        <p:spPr>
          <a:xfrm>
            <a:off x="1240500" y="5629266"/>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BD15222A-9FD2-C342-8B8A-7AAAFEDD1025}"/>
              </a:ext>
            </a:extLst>
          </p:cNvPr>
          <p:cNvSpPr/>
          <p:nvPr/>
        </p:nvSpPr>
        <p:spPr>
          <a:xfrm>
            <a:off x="7720605" y="5616155"/>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E03A0136-1B5E-DD4B-BFE9-876BE31DFDA6}"/>
              </a:ext>
            </a:extLst>
          </p:cNvPr>
          <p:cNvSpPr/>
          <p:nvPr/>
        </p:nvSpPr>
        <p:spPr>
          <a:xfrm>
            <a:off x="705664" y="5791182"/>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9C5DD062-9029-D449-8FFB-8712C8D10E25}"/>
              </a:ext>
            </a:extLst>
          </p:cNvPr>
          <p:cNvSpPr/>
          <p:nvPr/>
        </p:nvSpPr>
        <p:spPr>
          <a:xfrm>
            <a:off x="6673820" y="5788061"/>
            <a:ext cx="297712" cy="183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33" descr="A picture containing chart&#10;&#10;Description automatically generated">
            <a:extLst>
              <a:ext uri="{FF2B5EF4-FFF2-40B4-BE49-F238E27FC236}">
                <a16:creationId xmlns:a16="http://schemas.microsoft.com/office/drawing/2014/main" id="{5D8D50A7-B2C5-F74F-965A-25100FCB973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367739" y="394609"/>
            <a:ext cx="3378784" cy="3009108"/>
          </a:xfrm>
          <a:prstGeom prst="rect">
            <a:avLst/>
          </a:prstGeom>
          <a:noFill/>
          <a:ln>
            <a:noFill/>
          </a:ln>
        </p:spPr>
      </p:pic>
      <p:sp>
        <p:nvSpPr>
          <p:cNvPr id="37" name="TextBox 36">
            <a:extLst>
              <a:ext uri="{FF2B5EF4-FFF2-40B4-BE49-F238E27FC236}">
                <a16:creationId xmlns:a16="http://schemas.microsoft.com/office/drawing/2014/main" id="{3CE1A95E-4A73-004A-AF61-8487C06C41EA}"/>
              </a:ext>
            </a:extLst>
          </p:cNvPr>
          <p:cNvSpPr txBox="1"/>
          <p:nvPr/>
        </p:nvSpPr>
        <p:spPr>
          <a:xfrm>
            <a:off x="660680" y="6259609"/>
            <a:ext cx="4808432" cy="369332"/>
          </a:xfrm>
          <a:prstGeom prst="rect">
            <a:avLst/>
          </a:prstGeom>
          <a:solidFill>
            <a:schemeClr val="bg1">
              <a:tint val="95000"/>
              <a:satMod val="170000"/>
            </a:schemeClr>
          </a:solidFill>
          <a:effectLst>
            <a:outerShdw blurRad="50800" dist="38100" dir="2700000" algn="tl" rotWithShape="0">
              <a:prstClr val="black">
                <a:alpha val="40000"/>
              </a:prstClr>
            </a:outerShdw>
          </a:effectLst>
        </p:spPr>
        <p:txBody>
          <a:bodyPr wrap="none" rtlCol="0">
            <a:spAutoFit/>
          </a:bodyPr>
          <a:lstStyle/>
          <a:p>
            <a:r>
              <a:rPr lang="en-SG" b="1" dirty="0">
                <a:latin typeface="Times" pitchFamily="2" charset="0"/>
              </a:rPr>
              <a:t>To get indices: </a:t>
            </a:r>
            <a:r>
              <a:rPr lang="en-SG" dirty="0">
                <a:latin typeface="Times" pitchFamily="2" charset="0"/>
              </a:rPr>
              <a:t>np</a:t>
            </a:r>
            <a:r>
              <a:rPr lang="en-SG" b="1" dirty="0">
                <a:latin typeface="Times" pitchFamily="2" charset="0"/>
              </a:rPr>
              <a:t>.</a:t>
            </a:r>
            <a:r>
              <a:rPr lang="en-SG" dirty="0">
                <a:latin typeface="Times" pitchFamily="2" charset="0"/>
              </a:rPr>
              <a:t>argsort(</a:t>
            </a:r>
            <a:r>
              <a:rPr lang="en-SG" b="1" dirty="0">
                <a:latin typeface="Times" pitchFamily="2" charset="0"/>
              </a:rPr>
              <a:t>-</a:t>
            </a:r>
            <a:r>
              <a:rPr lang="en-SG" dirty="0">
                <a:latin typeface="Times" pitchFamily="2" charset="0"/>
              </a:rPr>
              <a:t>res</a:t>
            </a:r>
            <a:r>
              <a:rPr lang="en-SG" b="1" dirty="0">
                <a:latin typeface="Times" pitchFamily="2" charset="0"/>
              </a:rPr>
              <a:t>.</a:t>
            </a:r>
            <a:r>
              <a:rPr lang="en-SG" dirty="0">
                <a:latin typeface="Times" pitchFamily="2" charset="0"/>
              </a:rPr>
              <a:t>flatten())[0:10] + 1</a:t>
            </a:r>
            <a:endParaRPr lang="en-GB" dirty="0">
              <a:latin typeface="Times" pitchFamily="2" charset="0"/>
            </a:endParaRPr>
          </a:p>
        </p:txBody>
      </p:sp>
      <p:sp>
        <p:nvSpPr>
          <p:cNvPr id="38" name="Slide Number Placeholder 37">
            <a:extLst>
              <a:ext uri="{FF2B5EF4-FFF2-40B4-BE49-F238E27FC236}">
                <a16:creationId xmlns:a16="http://schemas.microsoft.com/office/drawing/2014/main" id="{854A48DC-DE9B-9D49-830D-803B36B7B2F0}"/>
              </a:ext>
            </a:extLst>
          </p:cNvPr>
          <p:cNvSpPr>
            <a:spLocks noGrp="1"/>
          </p:cNvSpPr>
          <p:nvPr>
            <p:ph type="sldNum" sz="quarter" idx="12"/>
          </p:nvPr>
        </p:nvSpPr>
        <p:spPr/>
        <p:txBody>
          <a:bodyPr/>
          <a:lstStyle/>
          <a:p>
            <a:fld id="{73B850FF-6169-4056-8077-06FFA93A5366}" type="slidenum">
              <a:rPr lang="en-US" smtClean="0"/>
              <a:t>11</a:t>
            </a:fld>
            <a:endParaRPr lang="en-US"/>
          </a:p>
        </p:txBody>
      </p:sp>
    </p:spTree>
    <p:extLst>
      <p:ext uri="{BB962C8B-B14F-4D97-AF65-F5344CB8AC3E}">
        <p14:creationId xmlns:p14="http://schemas.microsoft.com/office/powerpoint/2010/main" val="4289846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B119-18F1-6844-8595-DEDDC78F4551}"/>
              </a:ext>
            </a:extLst>
          </p:cNvPr>
          <p:cNvSpPr>
            <a:spLocks noGrp="1"/>
          </p:cNvSpPr>
          <p:nvPr>
            <p:ph type="title"/>
          </p:nvPr>
        </p:nvSpPr>
        <p:spPr/>
        <p:txBody>
          <a:bodyPr/>
          <a:lstStyle/>
          <a:p>
            <a:r>
              <a:rPr lang="en-GB" dirty="0"/>
              <a:t>Future directions </a:t>
            </a:r>
          </a:p>
        </p:txBody>
      </p:sp>
      <p:sp>
        <p:nvSpPr>
          <p:cNvPr id="3" name="Content Placeholder 2">
            <a:extLst>
              <a:ext uri="{FF2B5EF4-FFF2-40B4-BE49-F238E27FC236}">
                <a16:creationId xmlns:a16="http://schemas.microsoft.com/office/drawing/2014/main" id="{94DBC365-BC53-7A46-BCAB-708CAC7620DB}"/>
              </a:ext>
            </a:extLst>
          </p:cNvPr>
          <p:cNvSpPr>
            <a:spLocks noGrp="1"/>
          </p:cNvSpPr>
          <p:nvPr>
            <p:ph idx="1"/>
          </p:nvPr>
        </p:nvSpPr>
        <p:spPr>
          <a:xfrm>
            <a:off x="838200" y="1825625"/>
            <a:ext cx="5916168" cy="4351338"/>
          </a:xfrm>
        </p:spPr>
        <p:txBody>
          <a:bodyPr>
            <a:normAutofit/>
          </a:bodyPr>
          <a:lstStyle/>
          <a:p>
            <a:r>
              <a:rPr lang="en-GB" dirty="0"/>
              <a:t>Tuning of cube size</a:t>
            </a:r>
          </a:p>
          <a:p>
            <a:r>
              <a:rPr lang="en-GB" dirty="0"/>
              <a:t>Modification to the model</a:t>
            </a:r>
          </a:p>
          <a:p>
            <a:pPr lvl="1"/>
            <a:r>
              <a:rPr lang="en-GB" dirty="0"/>
              <a:t>Batch normalization &amp; dropout </a:t>
            </a:r>
          </a:p>
          <a:p>
            <a:pPr lvl="1"/>
            <a:r>
              <a:rPr lang="en-GB" dirty="0"/>
              <a:t>Wide resnet</a:t>
            </a:r>
          </a:p>
          <a:p>
            <a:pPr lvl="1"/>
            <a:r>
              <a:rPr lang="en-GB" dirty="0"/>
              <a:t>Regularization</a:t>
            </a:r>
          </a:p>
          <a:p>
            <a:pPr lvl="1"/>
            <a:r>
              <a:rPr lang="en-GB" dirty="0"/>
              <a:t>Data augmentation</a:t>
            </a:r>
          </a:p>
          <a:p>
            <a:r>
              <a:rPr lang="en-GB" dirty="0"/>
              <a:t>Use graph neural network</a:t>
            </a:r>
          </a:p>
          <a:p>
            <a:r>
              <a:rPr lang="en-GB" dirty="0"/>
              <a:t>Combine more features</a:t>
            </a:r>
          </a:p>
        </p:txBody>
      </p:sp>
      <p:pic>
        <p:nvPicPr>
          <p:cNvPr id="5" name="Picture 2">
            <a:extLst>
              <a:ext uri="{FF2B5EF4-FFF2-40B4-BE49-F238E27FC236}">
                <a16:creationId xmlns:a16="http://schemas.microsoft.com/office/drawing/2014/main" id="{862BADCE-6A7F-B84B-96B0-83C0FFB95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9797" y="1199753"/>
            <a:ext cx="5714993" cy="4829572"/>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693AF104-94F9-004E-B500-434AB1139D32}"/>
              </a:ext>
            </a:extLst>
          </p:cNvPr>
          <p:cNvSpPr>
            <a:spLocks noGrp="1"/>
          </p:cNvSpPr>
          <p:nvPr>
            <p:ph type="sldNum" sz="quarter" idx="12"/>
          </p:nvPr>
        </p:nvSpPr>
        <p:spPr/>
        <p:txBody>
          <a:bodyPr/>
          <a:lstStyle/>
          <a:p>
            <a:fld id="{73B850FF-6169-4056-8077-06FFA93A5366}" type="slidenum">
              <a:rPr lang="en-US" smtClean="0"/>
              <a:t>12</a:t>
            </a:fld>
            <a:endParaRPr lang="en-US"/>
          </a:p>
        </p:txBody>
      </p:sp>
    </p:spTree>
    <p:extLst>
      <p:ext uri="{BB962C8B-B14F-4D97-AF65-F5344CB8AC3E}">
        <p14:creationId xmlns:p14="http://schemas.microsoft.com/office/powerpoint/2010/main" val="3697520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ExploreVTI">
  <a:themeElements>
    <a:clrScheme name="AnalogousFromDarkSeedLeftStep">
      <a:dk1>
        <a:srgbClr val="000000"/>
      </a:dk1>
      <a:lt1>
        <a:srgbClr val="FFFFFF"/>
      </a:lt1>
      <a:dk2>
        <a:srgbClr val="1C2431"/>
      </a:dk2>
      <a:lt2>
        <a:srgbClr val="F0F3F1"/>
      </a:lt2>
      <a:accent1>
        <a:srgbClr val="E729B5"/>
      </a:accent1>
      <a:accent2>
        <a:srgbClr val="B817D5"/>
      </a:accent2>
      <a:accent3>
        <a:srgbClr val="7B29E7"/>
      </a:accent3>
      <a:accent4>
        <a:srgbClr val="3835DA"/>
      </a:accent4>
      <a:accent5>
        <a:srgbClr val="2975E7"/>
      </a:accent5>
      <a:accent6>
        <a:srgbClr val="17B3D5"/>
      </a:accent6>
      <a:hlink>
        <a:srgbClr val="3F5DBF"/>
      </a:hlink>
      <a:folHlink>
        <a:srgbClr val="7F7F7F"/>
      </a:folHlink>
    </a:clrScheme>
    <a:fontScheme name="Custom 23">
      <a:majorFont>
        <a:latin typeface="Rockwell"/>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838</TotalTime>
  <Words>1163</Words>
  <Application>Microsoft Macintosh PowerPoint</Application>
  <PresentationFormat>Widescreen</PresentationFormat>
  <Paragraphs>105</Paragraphs>
  <Slides>12</Slides>
  <Notes>11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AvenirNext LT Pro Medium</vt:lpstr>
      <vt:lpstr>Arial</vt:lpstr>
      <vt:lpstr>Avenir Next LT Pro</vt:lpstr>
      <vt:lpstr>Calibri</vt:lpstr>
      <vt:lpstr>Rockwell</vt:lpstr>
      <vt:lpstr>Segoe UI</vt:lpstr>
      <vt:lpstr>Times</vt:lpstr>
      <vt:lpstr>ExploreVTI</vt:lpstr>
      <vt:lpstr>Structure-based protein-ligand binding prediction</vt:lpstr>
      <vt:lpstr>Outline</vt:lpstr>
      <vt:lpstr>Problem statements</vt:lpstr>
      <vt:lpstr>Problem statements</vt:lpstr>
      <vt:lpstr>Dataset description</vt:lpstr>
      <vt:lpstr>Data pre-processing</vt:lpstr>
      <vt:lpstr>Data pre-processing</vt:lpstr>
      <vt:lpstr>Model description</vt:lpstr>
      <vt:lpstr>Model description</vt:lpstr>
      <vt:lpstr>Model evaluation</vt:lpstr>
      <vt:lpstr>Conclusions </vt:lpstr>
      <vt:lpstr>Future directions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protein-ligand binding prediction</dc:title>
  <dc:creator>#CHEN YAODING#</dc:creator>
  <cp:lastModifiedBy>#CHEN YAODING#</cp:lastModifiedBy>
  <cp:revision>5</cp:revision>
  <dcterms:created xsi:type="dcterms:W3CDTF">2022-02-10T14:16:43Z</dcterms:created>
  <dcterms:modified xsi:type="dcterms:W3CDTF">2022-02-11T13:21:10Z</dcterms:modified>
</cp:coreProperties>
</file>